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56" r:id="rId3"/>
    <p:sldId id="260" r:id="rId4"/>
    <p:sldId id="261" r:id="rId5"/>
    <p:sldId id="262" r:id="rId6"/>
    <p:sldId id="263" r:id="rId7"/>
    <p:sldId id="264" r:id="rId8"/>
    <p:sldId id="265" r:id="rId9"/>
    <p:sldId id="257" r:id="rId10"/>
    <p:sldId id="266" r:id="rId11"/>
    <p:sldId id="269" r:id="rId12"/>
    <p:sldId id="270" r:id="rId13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D4C6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3030" autoAdjust="0"/>
  </p:normalViewPr>
  <p:slideViewPr>
    <p:cSldViewPr snapToGrid="0">
      <p:cViewPr>
        <p:scale>
          <a:sx n="25" d="100"/>
          <a:sy n="25" d="100"/>
        </p:scale>
        <p:origin x="221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D90E6-87BB-4BEF-B636-78F65DBBAADC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8A224-1415-44C7-BFF9-46F66C71947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6010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A224-1415-44C7-BFF9-46F66C71947D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11100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0344-29E0-9A4E-7093-F2E9F8DC0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51091-3C25-9A21-AF51-F1C1484FE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0598B-B81A-4B95-FE80-BF0C17D08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AED25-BE52-0904-5EB7-0969BBA26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A224-1415-44C7-BFF9-46F66C71947D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89173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4D2E2-8260-44A2-523C-BF447923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49A6A-DF74-384F-3168-D6AD20A82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4BD37-E031-3F3F-65A9-C74FC0347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623F4-6FA7-86E3-E248-A04258A77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A224-1415-44C7-BFF9-46F66C71947D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89418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E70C7-B5BE-E328-571E-DB5B9DD6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E4C0B-061F-E4F5-BE71-FAB22ACCA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F48BD-FE6D-108A-20A6-F802DF08B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5A60B-4AF3-BC95-6784-BA373D9FA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A224-1415-44C7-BFF9-46F66C71947D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11442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F680-31B5-6C9D-11DC-5CBCA9338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1D1B9E-4178-A05B-A37C-4B3C4A033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C591F-C7EB-DC62-0124-4C45D6DA3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9D862-8D8D-04C5-2A93-EB818E359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A224-1415-44C7-BFF9-46F66C71947D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5855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5DF25-B674-109F-273D-E0B5F1223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18870-014A-5C28-6086-C21E2267A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7332B-F692-2604-3B39-E066598AB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A02D3-1732-EF4A-DCE2-AD67B7BEE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A224-1415-44C7-BFF9-46F66C71947D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10590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0DA5-6A57-28B5-1B9B-428933043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D9DDF-6525-3E78-DA91-7A3676023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29531-5D8A-1D17-45ED-EA4F43BD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76D60-FE16-8513-1BB4-F6366A22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35036-D1D3-3B94-EBBF-89660485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5364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B99C0-532E-44ED-4A3A-23E6FA9F4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2813B-142D-38C7-5C38-DDCBD85FD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3D827-4238-6122-8F09-ACE8430E2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4F49B-7CF7-1FD0-C6A5-EDCB188E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22B2F-4940-0250-FBEE-C8AEBA09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95592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61A9-C7BE-C1C4-F1B9-7B37A1228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3DADD-E6A5-A948-5A8A-FF8007B7E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5E620-5804-122C-EF7C-F0BBC046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1CE53-184A-1119-4212-F8A893937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5FDB5-8F0C-283D-F033-504F60DD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2996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17E6-4FC9-3838-9C6F-B47648E2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2D8A4-01E9-C3E9-19F7-774E647E4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0934D-27B9-575A-56E3-24C2FCA8D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71A72-F0C8-AF75-8213-395F7979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C1D65-FE6B-6477-E98F-81A3F9FB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18F4D-6EEB-83E0-E5D2-D35489276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87619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125E-D872-675F-64EF-2ECCC80D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1B536-0163-4C53-CC58-06B0F8B80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2D4FD-13F5-4CD2-F9A9-1E06E7AB5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C7E4A-9C10-CC30-054C-360D88883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BEBDC3-D424-650A-A5B5-28D93B54A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03CD57-DDBD-8F05-114A-AFB0B772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919B3D-B3A5-BC06-B6EF-4871C9313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44BE9C-3C89-57BC-6765-D9FA77BD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15779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C201-160E-6BA9-479C-2C8F3A56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6E4830-6027-00FA-2839-CE24D9849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4433C-2F43-72B4-9DB6-11E3EFD30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7F7C5-5321-0A65-BD82-70803B04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4373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D102BF-BB9D-4984-E09E-A780599D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AE98B-3E34-FDA3-9300-6455A1CD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111C7-DA72-B296-3D62-F70D9421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93638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A71E-9949-A977-1B47-0E8A6F07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8D98-27E7-2C87-26F4-171749152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F3B8F-1850-D47C-9149-1E8A22CD2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36B00-FC56-6571-771E-3DF934DC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5F17A-F947-70CF-4178-3164F39DE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78C43-157B-A19D-2ED6-FBB8E965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47501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E4F5-0253-4E6C-E2CA-C559353F8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B8BC4-66BE-A707-C700-BA36CDE43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CC022-A851-B751-690C-15B31FAAB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61BB1-40A0-46F6-9186-20253BF72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8DAAE-FADC-FC1F-E5C3-E164C98CC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3369D-FA70-DCD4-B1EA-86DAF148F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34600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669A-E0BA-1BD9-C972-720F6CC3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C82CC-D859-4C83-7819-FC23C6E9D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478BA-25C5-641C-D7E5-9EDD6067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52523-885D-3B7B-B9DE-3BCA9A7E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7954-9F87-BDF7-D268-5F9B25BF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28737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F0AC9-5B1C-A10A-2039-C041C02B6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7D335-57E4-0A0C-1B2C-822729267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6BA8A-651B-8098-E9B8-140D75C48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AE96E-1B14-5674-DB7D-BB17CF90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382A8-8458-811F-1DDB-5E8DDA8E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77860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66000">
              <a:schemeClr val="accent6">
                <a:lumMod val="20000"/>
                <a:lumOff val="80000"/>
              </a:schemeClr>
            </a:gs>
            <a:gs pos="100000">
              <a:srgbClr val="D4C6B4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38193-2983-515E-B801-A7D477917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F4D29-E955-9239-2F5F-388D3874B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73354-C0E0-5D71-C6E5-06916FDB81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0CA44-8DC6-4FBE-9FFD-5775DBC07F7B}" type="datetimeFigureOut">
              <a:rPr lang="bg-BG" smtClean="0"/>
              <a:t>27.3.2026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6256-9716-649D-2BA3-1C066A78F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E4BB3-93BC-D9EF-140E-094EF1EE2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49E5D6-B830-42BD-934F-DAF674E487C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8562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4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6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5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4.svg"/><Relationship Id="rId9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4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6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5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90E2-41DF-1AA6-18EB-7EDB6A7A8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7233A4-1195-13F3-3CBF-659E0F08C76F}"/>
              </a:ext>
            </a:extLst>
          </p:cNvPr>
          <p:cNvSpPr/>
          <p:nvPr/>
        </p:nvSpPr>
        <p:spPr>
          <a:xfrm rot="2052594">
            <a:off x="10129094" y="-3495138"/>
            <a:ext cx="262164" cy="3458519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72D303-29EE-4B8F-53FB-8B2C2C9CEC87}"/>
              </a:ext>
            </a:extLst>
          </p:cNvPr>
          <p:cNvSpPr/>
          <p:nvPr/>
        </p:nvSpPr>
        <p:spPr>
          <a:xfrm rot="1603522" flipH="1">
            <a:off x="12620135" y="-8840872"/>
            <a:ext cx="574571" cy="90253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93A286-8B8A-B027-BDC1-7424F4CC8E56}"/>
              </a:ext>
            </a:extLst>
          </p:cNvPr>
          <p:cNvSpPr/>
          <p:nvPr/>
        </p:nvSpPr>
        <p:spPr>
          <a:xfrm rot="1233099">
            <a:off x="13383794" y="-9632421"/>
            <a:ext cx="527030" cy="9705643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5CDB0E-1A1D-625D-AA46-A7381D1F85F5}"/>
              </a:ext>
            </a:extLst>
          </p:cNvPr>
          <p:cNvSpPr/>
          <p:nvPr/>
        </p:nvSpPr>
        <p:spPr>
          <a:xfrm rot="1707943">
            <a:off x="13297475" y="-3530642"/>
            <a:ext cx="262164" cy="345851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F55FCC-8CA3-5716-572C-6E54C69A93D7}"/>
              </a:ext>
            </a:extLst>
          </p:cNvPr>
          <p:cNvSpPr/>
          <p:nvPr/>
        </p:nvSpPr>
        <p:spPr>
          <a:xfrm rot="1144439" flipH="1">
            <a:off x="14254857" y="-6752315"/>
            <a:ext cx="671119" cy="883926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46A671-1102-5A7D-342C-E8A8A0E27B7A}"/>
              </a:ext>
            </a:extLst>
          </p:cNvPr>
          <p:cNvSpPr/>
          <p:nvPr/>
        </p:nvSpPr>
        <p:spPr>
          <a:xfrm rot="1074643">
            <a:off x="-743110" y="7708831"/>
            <a:ext cx="128423" cy="999934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681CD9-0A7E-76D2-928B-D0CFADF1AEC1}"/>
              </a:ext>
            </a:extLst>
          </p:cNvPr>
          <p:cNvSpPr/>
          <p:nvPr/>
        </p:nvSpPr>
        <p:spPr>
          <a:xfrm rot="1824654">
            <a:off x="1558292" y="7010667"/>
            <a:ext cx="262164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9" name="Graphic 18" descr="A brushstroke">
            <a:extLst>
              <a:ext uri="{FF2B5EF4-FFF2-40B4-BE49-F238E27FC236}">
                <a16:creationId xmlns:a16="http://schemas.microsoft.com/office/drawing/2014/main" id="{2B7367C1-7C16-84EC-0BCD-8EE8083AD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57987" y="1778076"/>
            <a:ext cx="15888598" cy="1588859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ECCAFBBD-4874-EA82-6F01-03A6F45F5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8882743" y="-8913233"/>
            <a:ext cx="13451009" cy="1345100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28682B5-7BC6-4B11-7BE8-BEC95C18B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B38B5F8-29D2-019D-0A43-645A2ECBEC8F}"/>
              </a:ext>
            </a:extLst>
          </p:cNvPr>
          <p:cNvSpPr/>
          <p:nvPr/>
        </p:nvSpPr>
        <p:spPr>
          <a:xfrm rot="1013863">
            <a:off x="9292407" y="-9389144"/>
            <a:ext cx="299527" cy="933937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E00BFF9F-DCD7-44EE-AE39-704D0137662B}"/>
              </a:ext>
            </a:extLst>
          </p:cNvPr>
          <p:cNvSpPr txBox="1">
            <a:spLocks/>
          </p:cNvSpPr>
          <p:nvPr/>
        </p:nvSpPr>
        <p:spPr>
          <a:xfrm>
            <a:off x="-34649346" y="-17089663"/>
            <a:ext cx="74654229" cy="469651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636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54D2EE07-0A2F-6F6E-713D-7BFDA1D86803}"/>
              </a:ext>
            </a:extLst>
          </p:cNvPr>
          <p:cNvSpPr txBox="1">
            <a:spLocks/>
          </p:cNvSpPr>
          <p:nvPr/>
        </p:nvSpPr>
        <p:spPr>
          <a:xfrm>
            <a:off x="568375" y="23772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11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511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5ED43523-489A-9281-CB49-3A2EE0345C99}"/>
              </a:ext>
            </a:extLst>
          </p:cNvPr>
          <p:cNvSpPr txBox="1">
            <a:spLocks/>
          </p:cNvSpPr>
          <p:nvPr/>
        </p:nvSpPr>
        <p:spPr>
          <a:xfrm>
            <a:off x="-36510686" y="-5207620"/>
            <a:ext cx="44616728" cy="99724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3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</a:t>
            </a:r>
            <a:endParaRPr lang="bg-BG" sz="22300" dirty="0"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29210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94A930-9C4E-C0D6-3D89-52495845F6F5}"/>
              </a:ext>
            </a:extLst>
          </p:cNvPr>
          <p:cNvSpPr/>
          <p:nvPr/>
        </p:nvSpPr>
        <p:spPr>
          <a:xfrm rot="1458389">
            <a:off x="7850840" y="-863418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FB7794-8FBB-C14D-C16B-5161C5817035}"/>
              </a:ext>
            </a:extLst>
          </p:cNvPr>
          <p:cNvSpPr/>
          <p:nvPr/>
        </p:nvSpPr>
        <p:spPr>
          <a:xfrm rot="1458389">
            <a:off x="8899005" y="-1021728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69EB9B-ECB1-A95F-7885-F34D3A13E26A}"/>
              </a:ext>
            </a:extLst>
          </p:cNvPr>
          <p:cNvSpPr/>
          <p:nvPr/>
        </p:nvSpPr>
        <p:spPr>
          <a:xfrm rot="1458389">
            <a:off x="9578424" y="-447051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36FEFB-0B64-3073-FC80-F7E2F037AF7C}"/>
              </a:ext>
            </a:extLst>
          </p:cNvPr>
          <p:cNvSpPr/>
          <p:nvPr/>
        </p:nvSpPr>
        <p:spPr>
          <a:xfrm rot="1458389">
            <a:off x="10734124" y="-1021728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D4F11D-CBCC-B983-5323-19C41F613163}"/>
              </a:ext>
            </a:extLst>
          </p:cNvPr>
          <p:cNvSpPr/>
          <p:nvPr/>
        </p:nvSpPr>
        <p:spPr>
          <a:xfrm rot="1458389">
            <a:off x="11921540" y="-1596405"/>
            <a:ext cx="671332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6160E5-E1C5-43B8-3752-EEEFEBFF4435}"/>
              </a:ext>
            </a:extLst>
          </p:cNvPr>
          <p:cNvSpPr/>
          <p:nvPr/>
        </p:nvSpPr>
        <p:spPr>
          <a:xfrm rot="1458389">
            <a:off x="615062" y="5506999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023023-1B02-06F0-6A65-505D76F28874}"/>
              </a:ext>
            </a:extLst>
          </p:cNvPr>
          <p:cNvSpPr/>
          <p:nvPr/>
        </p:nvSpPr>
        <p:spPr>
          <a:xfrm rot="1458389">
            <a:off x="1913940" y="4629775"/>
            <a:ext cx="671332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9" name="Graphic 18" descr="A brushstroke">
            <a:extLst>
              <a:ext uri="{FF2B5EF4-FFF2-40B4-BE49-F238E27FC236}">
                <a16:creationId xmlns:a16="http://schemas.microsoft.com/office/drawing/2014/main" id="{F1B398C7-7253-52BE-AAB4-615404CF7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6072" y="1002799"/>
            <a:ext cx="8005056" cy="800505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1" name="Graphic 20" descr="A grid with small circles">
            <a:extLst>
              <a:ext uri="{FF2B5EF4-FFF2-40B4-BE49-F238E27FC236}">
                <a16:creationId xmlns:a16="http://schemas.microsoft.com/office/drawing/2014/main" id="{22E7C18F-D873-86B2-9B8D-F2583C17C7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704538" y="-465096"/>
            <a:ext cx="6858000" cy="6858000"/>
          </a:xfrm>
          <a:prstGeom prst="rect">
            <a:avLst/>
          </a:prstGeom>
        </p:spPr>
      </p:pic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FC50B7DF-1CB3-2996-D08A-2863B27653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734" y="-34224"/>
            <a:ext cx="4572000" cy="4572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c 24" descr="Assorted circles and squares">
            <a:extLst>
              <a:ext uri="{FF2B5EF4-FFF2-40B4-BE49-F238E27FC236}">
                <a16:creationId xmlns:a16="http://schemas.microsoft.com/office/drawing/2014/main" id="{930DC229-B43F-A42D-24C3-53082425B8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4750800" y="6052747"/>
            <a:ext cx="4572000" cy="4572000"/>
          </a:xfrm>
          <a:prstGeom prst="rect">
            <a:avLst/>
          </a:prstGeom>
        </p:spPr>
      </p:pic>
      <p:pic>
        <p:nvPicPr>
          <p:cNvPr id="27" name="Graphic 26" descr="An organic shape">
            <a:extLst>
              <a:ext uri="{FF2B5EF4-FFF2-40B4-BE49-F238E27FC236}">
                <a16:creationId xmlns:a16="http://schemas.microsoft.com/office/drawing/2014/main" id="{95F2F994-971A-25A9-330D-EF9429DAB79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5395484" y="-1541668"/>
            <a:ext cx="4572000" cy="4572000"/>
          </a:xfrm>
          <a:prstGeom prst="rect">
            <a:avLst/>
          </a:prstGeom>
        </p:spPr>
      </p:pic>
      <p:pic>
        <p:nvPicPr>
          <p:cNvPr id="29" name="Graphic 28" descr="Two overlapping organic shapes">
            <a:extLst>
              <a:ext uri="{FF2B5EF4-FFF2-40B4-BE49-F238E27FC236}">
                <a16:creationId xmlns:a16="http://schemas.microsoft.com/office/drawing/2014/main" id="{11E6CAFF-E25C-636E-1C6D-D95A92BA686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35188" y="6826585"/>
            <a:ext cx="4572000" cy="4572000"/>
          </a:xfrm>
          <a:prstGeom prst="rect">
            <a:avLst/>
          </a:prstGeom>
        </p:spPr>
      </p:pic>
      <p:pic>
        <p:nvPicPr>
          <p:cNvPr id="31" name="Graphic 30" descr="Organic shapes reminiscent of river rocks">
            <a:extLst>
              <a:ext uri="{FF2B5EF4-FFF2-40B4-BE49-F238E27FC236}">
                <a16:creationId xmlns:a16="http://schemas.microsoft.com/office/drawing/2014/main" id="{317D352C-70C0-C83C-0B3A-A2437AE7AB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7280238" y="1778076"/>
            <a:ext cx="6858000" cy="6858000"/>
          </a:xfrm>
          <a:prstGeom prst="rect">
            <a:avLst/>
          </a:prstGeom>
        </p:spPr>
      </p:pic>
      <p:pic>
        <p:nvPicPr>
          <p:cNvPr id="33" name="Graphic 32" descr="A collection of circles in various sizes and patterns">
            <a:extLst>
              <a:ext uri="{FF2B5EF4-FFF2-40B4-BE49-F238E27FC236}">
                <a16:creationId xmlns:a16="http://schemas.microsoft.com/office/drawing/2014/main" id="{5BFE34A5-AF00-4078-2B36-6138609FF61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97373" y="5648990"/>
            <a:ext cx="4572000" cy="4572000"/>
          </a:xfrm>
          <a:prstGeom prst="rect">
            <a:avLst/>
          </a:prstGeom>
        </p:spPr>
      </p:pic>
      <p:pic>
        <p:nvPicPr>
          <p:cNvPr id="35" name="Graphic 34" descr="A splash">
            <a:extLst>
              <a:ext uri="{FF2B5EF4-FFF2-40B4-BE49-F238E27FC236}">
                <a16:creationId xmlns:a16="http://schemas.microsoft.com/office/drawing/2014/main" id="{73745301-0482-B1ED-D9A6-9E10F37CE08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087495" y="2513746"/>
            <a:ext cx="4572000" cy="4572000"/>
          </a:xfrm>
          <a:prstGeom prst="rect">
            <a:avLst/>
          </a:prstGeom>
        </p:spPr>
      </p:pic>
      <p:pic>
        <p:nvPicPr>
          <p:cNvPr id="37" name="Graphic 36" descr="A wreath with olives and leaves">
            <a:extLst>
              <a:ext uri="{FF2B5EF4-FFF2-40B4-BE49-F238E27FC236}">
                <a16:creationId xmlns:a16="http://schemas.microsoft.com/office/drawing/2014/main" id="{3CEFE3EF-2086-AEF8-311E-1F42C4897F3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558733" y="229889"/>
            <a:ext cx="6858000" cy="6858000"/>
          </a:xfrm>
          <a:prstGeom prst="rect">
            <a:avLst/>
          </a:prstGeom>
        </p:spPr>
      </p:pic>
      <p:pic>
        <p:nvPicPr>
          <p:cNvPr id="39" name="Graphic 38" descr="An organic shape">
            <a:extLst>
              <a:ext uri="{FF2B5EF4-FFF2-40B4-BE49-F238E27FC236}">
                <a16:creationId xmlns:a16="http://schemas.microsoft.com/office/drawing/2014/main" id="{D1289B78-5923-2CA9-33BF-79F2AE0F6D4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54528" y="-1541668"/>
            <a:ext cx="4572000" cy="4572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B959B78-3592-3D82-E1E5-601045C92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DE00437-EE11-BBF1-A444-E8E400023275}"/>
              </a:ext>
            </a:extLst>
          </p:cNvPr>
          <p:cNvSpPr/>
          <p:nvPr/>
        </p:nvSpPr>
        <p:spPr>
          <a:xfrm rot="1458389">
            <a:off x="7312843" y="-1509088"/>
            <a:ext cx="671332" cy="268726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E783CFFF-7255-38BA-65F3-61BC2CE62019}"/>
              </a:ext>
            </a:extLst>
          </p:cNvPr>
          <p:cNvSpPr txBox="1">
            <a:spLocks/>
          </p:cNvSpPr>
          <p:nvPr/>
        </p:nvSpPr>
        <p:spPr>
          <a:xfrm>
            <a:off x="568375" y="23772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5E7EC802-C0C1-431E-A394-A65E67E221CA}"/>
              </a:ext>
            </a:extLst>
          </p:cNvPr>
          <p:cNvSpPr txBox="1">
            <a:spLocks/>
          </p:cNvSpPr>
          <p:nvPr/>
        </p:nvSpPr>
        <p:spPr>
          <a:xfrm>
            <a:off x="-1037958" y="23772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</a:t>
            </a:r>
            <a:endParaRPr lang="bg-BG" sz="149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DE887002-D0B0-A0D7-1916-125E94186EC5}"/>
              </a:ext>
            </a:extLst>
          </p:cNvPr>
          <p:cNvSpPr txBox="1">
            <a:spLocks/>
          </p:cNvSpPr>
          <p:nvPr/>
        </p:nvSpPr>
        <p:spPr>
          <a:xfrm>
            <a:off x="323109" y="23772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49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465177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50A6-FC7E-2877-3CAA-DDFE705D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5A3A99-A762-6EBD-616E-9734AAA87CA0}"/>
              </a:ext>
            </a:extLst>
          </p:cNvPr>
          <p:cNvSpPr/>
          <p:nvPr/>
        </p:nvSpPr>
        <p:spPr>
          <a:xfrm rot="1458389">
            <a:off x="7610053" y="-912811"/>
            <a:ext cx="1069051" cy="3978277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8C1A6D-5CC4-751B-0A6A-68A9B7FBE920}"/>
              </a:ext>
            </a:extLst>
          </p:cNvPr>
          <p:cNvSpPr/>
          <p:nvPr/>
        </p:nvSpPr>
        <p:spPr>
          <a:xfrm rot="1458389">
            <a:off x="8525938" y="-1099607"/>
            <a:ext cx="1021095" cy="484369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D24F88-E6C9-53B2-200B-C7B1A7DDF788}"/>
              </a:ext>
            </a:extLst>
          </p:cNvPr>
          <p:cNvSpPr/>
          <p:nvPr/>
        </p:nvSpPr>
        <p:spPr>
          <a:xfrm rot="1458389">
            <a:off x="9380787" y="-487152"/>
            <a:ext cx="982753" cy="4169345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CAC147-4BD7-9BF0-E1F3-95427CADCC53}"/>
              </a:ext>
            </a:extLst>
          </p:cNvPr>
          <p:cNvSpPr/>
          <p:nvPr/>
        </p:nvSpPr>
        <p:spPr>
          <a:xfrm rot="1458389">
            <a:off x="10403677" y="-1090429"/>
            <a:ext cx="868329" cy="534598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A7786A-75FE-3E85-F9D1-E29E9A30F97B}"/>
              </a:ext>
            </a:extLst>
          </p:cNvPr>
          <p:cNvSpPr/>
          <p:nvPr/>
        </p:nvSpPr>
        <p:spPr>
          <a:xfrm rot="1458389">
            <a:off x="11718985" y="-1637565"/>
            <a:ext cx="920555" cy="448206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5354DE-751B-3BE2-DCFD-3D6DA453AE40}"/>
              </a:ext>
            </a:extLst>
          </p:cNvPr>
          <p:cNvSpPr/>
          <p:nvPr/>
        </p:nvSpPr>
        <p:spPr>
          <a:xfrm rot="1458389">
            <a:off x="185203" y="5354272"/>
            <a:ext cx="1351709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A41379-424F-604C-6666-A6E0271B3072}"/>
              </a:ext>
            </a:extLst>
          </p:cNvPr>
          <p:cNvSpPr/>
          <p:nvPr/>
        </p:nvSpPr>
        <p:spPr>
          <a:xfrm rot="1458389">
            <a:off x="1484081" y="4477048"/>
            <a:ext cx="1351709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34D41380-4758-E5C6-C4D7-0E845E99B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734" y="-34224"/>
            <a:ext cx="4572000" cy="4572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F4DF5FA-AFEB-82C2-2F43-AEA8EE79BE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97BB05B-2FEA-CA49-58A1-A211919F79CB}"/>
              </a:ext>
            </a:extLst>
          </p:cNvPr>
          <p:cNvSpPr/>
          <p:nvPr/>
        </p:nvSpPr>
        <p:spPr>
          <a:xfrm rot="1458389">
            <a:off x="6139967" y="-1759211"/>
            <a:ext cx="1009665" cy="80117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489A6042-F389-FEB6-6D14-168957DE94CB}"/>
              </a:ext>
            </a:extLst>
          </p:cNvPr>
          <p:cNvSpPr txBox="1">
            <a:spLocks/>
          </p:cNvSpPr>
          <p:nvPr/>
        </p:nvSpPr>
        <p:spPr>
          <a:xfrm>
            <a:off x="-8282943" y="215017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B6883345-A76B-A256-864C-9F57C6976BE7}"/>
              </a:ext>
            </a:extLst>
          </p:cNvPr>
          <p:cNvSpPr txBox="1">
            <a:spLocks/>
          </p:cNvSpPr>
          <p:nvPr/>
        </p:nvSpPr>
        <p:spPr>
          <a:xfrm>
            <a:off x="-9889276" y="215017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</a:t>
            </a:r>
            <a:endParaRPr lang="bg-BG" sz="149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98D4639A-E487-C434-A304-D76ECACE78FC}"/>
              </a:ext>
            </a:extLst>
          </p:cNvPr>
          <p:cNvSpPr txBox="1">
            <a:spLocks/>
          </p:cNvSpPr>
          <p:nvPr/>
        </p:nvSpPr>
        <p:spPr>
          <a:xfrm>
            <a:off x="-10992749" y="215017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49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pic>
        <p:nvPicPr>
          <p:cNvPr id="2" name="Graphic 1" descr="A brushstroke">
            <a:extLst>
              <a:ext uri="{FF2B5EF4-FFF2-40B4-BE49-F238E27FC236}">
                <a16:creationId xmlns:a16="http://schemas.microsoft.com/office/drawing/2014/main" id="{21116E4C-4B20-8607-1985-932E1195E3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46818" y="55418"/>
            <a:ext cx="8005056" cy="800505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1F37D1A-87B2-846F-34EF-B56E72E70AC6}"/>
              </a:ext>
            </a:extLst>
          </p:cNvPr>
          <p:cNvSpPr/>
          <p:nvPr/>
        </p:nvSpPr>
        <p:spPr>
          <a:xfrm>
            <a:off x="817605" y="2351144"/>
            <a:ext cx="5486104" cy="4098628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Anemia</a:t>
            </a: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a condition where the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reduced oxygen-carrying </a:t>
            </a: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blood has capacity (usually due to low hemoglobin).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297C0C0-1149-67C3-95AC-DD1B59F15C63}"/>
              </a:ext>
            </a:extLst>
          </p:cNvPr>
          <p:cNvSpPr txBox="1">
            <a:spLocks/>
          </p:cNvSpPr>
          <p:nvPr/>
        </p:nvSpPr>
        <p:spPr>
          <a:xfrm>
            <a:off x="1441642" y="9789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PROBLEM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D93D432-2C41-0F3B-DD9C-81FEE981FAE8}"/>
              </a:ext>
            </a:extLst>
          </p:cNvPr>
          <p:cNvSpPr txBox="1">
            <a:spLocks/>
          </p:cNvSpPr>
          <p:nvPr/>
        </p:nvSpPr>
        <p:spPr>
          <a:xfrm>
            <a:off x="1540476" y="6878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PROBLEM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43DA48-4102-3246-3E9B-AA5A619322EC}"/>
              </a:ext>
            </a:extLst>
          </p:cNvPr>
          <p:cNvSpPr/>
          <p:nvPr/>
        </p:nvSpPr>
        <p:spPr>
          <a:xfrm>
            <a:off x="6430460" y="2351144"/>
            <a:ext cx="5486104" cy="1953839"/>
          </a:xfrm>
          <a:prstGeom prst="roundRect">
            <a:avLst>
              <a:gd name="adj" fmla="val 29850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Hot water can lead to low blood pressure, dizziness, or fainting.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E6157B-EC1B-6E83-C779-F94E8105685B}"/>
              </a:ext>
            </a:extLst>
          </p:cNvPr>
          <p:cNvSpPr/>
          <p:nvPr/>
        </p:nvSpPr>
        <p:spPr>
          <a:xfrm>
            <a:off x="6436847" y="4392616"/>
            <a:ext cx="5486104" cy="1953839"/>
          </a:xfrm>
          <a:prstGeom prst="roundRect">
            <a:avLst>
              <a:gd name="adj" fmla="val 29850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Cold water worsens with cold sensitivity and poor circulation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B2603A9-E58E-E50E-62D3-BC9A1DB89CB7}"/>
              </a:ext>
            </a:extLst>
          </p:cNvPr>
          <p:cNvSpPr/>
          <p:nvPr/>
        </p:nvSpPr>
        <p:spPr>
          <a:xfrm>
            <a:off x="6340766" y="2150176"/>
            <a:ext cx="864808" cy="86480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550BFD2-9609-70C0-6E6B-29D10AD86EC8}"/>
              </a:ext>
            </a:extLst>
          </p:cNvPr>
          <p:cNvSpPr/>
          <p:nvPr/>
        </p:nvSpPr>
        <p:spPr>
          <a:xfrm>
            <a:off x="7235633" y="2200841"/>
            <a:ext cx="468282" cy="46828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77EB5C-6818-1DFD-608E-CB7A09312908}"/>
              </a:ext>
            </a:extLst>
          </p:cNvPr>
          <p:cNvSpPr/>
          <p:nvPr/>
        </p:nvSpPr>
        <p:spPr>
          <a:xfrm>
            <a:off x="11347302" y="3886349"/>
            <a:ext cx="347957" cy="34795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5245DAB-1436-E997-4A02-3C5A97E2451E}"/>
              </a:ext>
            </a:extLst>
          </p:cNvPr>
          <p:cNvSpPr/>
          <p:nvPr/>
        </p:nvSpPr>
        <p:spPr>
          <a:xfrm>
            <a:off x="11168036" y="4321184"/>
            <a:ext cx="864808" cy="86480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5F941B1-1BD5-0AF9-638C-263580164554}"/>
              </a:ext>
            </a:extLst>
          </p:cNvPr>
          <p:cNvSpPr/>
          <p:nvPr/>
        </p:nvSpPr>
        <p:spPr>
          <a:xfrm>
            <a:off x="7197764" y="4270462"/>
            <a:ext cx="468282" cy="46828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6D9A92E-0B5C-4C8E-CBE4-148C3E2B99A4}"/>
              </a:ext>
            </a:extLst>
          </p:cNvPr>
          <p:cNvSpPr/>
          <p:nvPr/>
        </p:nvSpPr>
        <p:spPr>
          <a:xfrm>
            <a:off x="6803815" y="4497400"/>
            <a:ext cx="347957" cy="3479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BF4BEAE8-D851-5A96-A211-BE029FF15BB4}"/>
              </a:ext>
            </a:extLst>
          </p:cNvPr>
          <p:cNvSpPr txBox="1">
            <a:spLocks/>
          </p:cNvSpPr>
          <p:nvPr/>
        </p:nvSpPr>
        <p:spPr>
          <a:xfrm>
            <a:off x="890749" y="-231881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EXISTING SOLUTIONS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48644AF1-08EF-308F-0C0E-A4BFF315C5F7}"/>
              </a:ext>
            </a:extLst>
          </p:cNvPr>
          <p:cNvSpPr txBox="1">
            <a:spLocks/>
          </p:cNvSpPr>
          <p:nvPr/>
        </p:nvSpPr>
        <p:spPr>
          <a:xfrm>
            <a:off x="1013928" y="-24933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EXISTING SOLUTIONS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4E40CDF-C55C-83AA-E6AE-8F746DDECB51}"/>
              </a:ext>
            </a:extLst>
          </p:cNvPr>
          <p:cNvSpPr/>
          <p:nvPr/>
        </p:nvSpPr>
        <p:spPr>
          <a:xfrm rot="18072714">
            <a:off x="-1987007" y="-105700"/>
            <a:ext cx="564283" cy="773925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4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82406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13D6-3701-3326-133C-4CBFBE4E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91152F6-90F3-7439-93D5-7AA75118B7C2}"/>
              </a:ext>
            </a:extLst>
          </p:cNvPr>
          <p:cNvSpPr/>
          <p:nvPr/>
        </p:nvSpPr>
        <p:spPr>
          <a:xfrm rot="1458389">
            <a:off x="7317832" y="-1886791"/>
            <a:ext cx="969432" cy="7652417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1603EB-167C-7B43-936E-81348CF21034}"/>
              </a:ext>
            </a:extLst>
          </p:cNvPr>
          <p:cNvSpPr/>
          <p:nvPr/>
        </p:nvSpPr>
        <p:spPr>
          <a:xfrm rot="1458389">
            <a:off x="8593204" y="-1732910"/>
            <a:ext cx="969432" cy="61398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0436B1-4EA9-FD15-4C47-4E5E38E39FB9}"/>
              </a:ext>
            </a:extLst>
          </p:cNvPr>
          <p:cNvSpPr/>
          <p:nvPr/>
        </p:nvSpPr>
        <p:spPr>
          <a:xfrm rot="1458389">
            <a:off x="9098916" y="-301491"/>
            <a:ext cx="969432" cy="5097472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9D2E1A-B35E-6D4E-430D-C000431C1AC9}"/>
              </a:ext>
            </a:extLst>
          </p:cNvPr>
          <p:cNvSpPr/>
          <p:nvPr/>
        </p:nvSpPr>
        <p:spPr>
          <a:xfrm rot="1458389">
            <a:off x="10207353" y="-1744720"/>
            <a:ext cx="969432" cy="61398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E64D1C-893D-FFB6-1F3F-EC847FCD115A}"/>
              </a:ext>
            </a:extLst>
          </p:cNvPr>
          <p:cNvSpPr/>
          <p:nvPr/>
        </p:nvSpPr>
        <p:spPr>
          <a:xfrm rot="1458389">
            <a:off x="11401368" y="-2418048"/>
            <a:ext cx="969432" cy="613988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0CAD8C-694D-9755-2A93-FD9945A5EC54}"/>
              </a:ext>
            </a:extLst>
          </p:cNvPr>
          <p:cNvSpPr/>
          <p:nvPr/>
        </p:nvSpPr>
        <p:spPr>
          <a:xfrm rot="1458389">
            <a:off x="593053" y="4372422"/>
            <a:ext cx="1351709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8D1D28-82DE-E882-F3A4-9782EABBBF57}"/>
              </a:ext>
            </a:extLst>
          </p:cNvPr>
          <p:cNvSpPr/>
          <p:nvPr/>
        </p:nvSpPr>
        <p:spPr>
          <a:xfrm rot="1458389">
            <a:off x="1251639" y="5230603"/>
            <a:ext cx="1351709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67A75B92-9C93-0BC3-C167-DFFF481EC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3736" y="-135824"/>
            <a:ext cx="4572000" cy="4572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A5283DA-AE9C-B6F0-EB55-18EFB44D1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EA82ED3-BC6C-16C8-5368-1B8E74D9C964}"/>
              </a:ext>
            </a:extLst>
          </p:cNvPr>
          <p:cNvSpPr/>
          <p:nvPr/>
        </p:nvSpPr>
        <p:spPr>
          <a:xfrm rot="1458389">
            <a:off x="7244331" y="-2139746"/>
            <a:ext cx="969432" cy="477067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6AB3D59E-AA9A-88BA-A1A9-C2302C6C1F5F}"/>
              </a:ext>
            </a:extLst>
          </p:cNvPr>
          <p:cNvSpPr txBox="1">
            <a:spLocks/>
          </p:cNvSpPr>
          <p:nvPr/>
        </p:nvSpPr>
        <p:spPr>
          <a:xfrm>
            <a:off x="-8282943" y="215017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1D71D582-4D48-ED11-1EED-2003871B26A9}"/>
              </a:ext>
            </a:extLst>
          </p:cNvPr>
          <p:cNvSpPr txBox="1">
            <a:spLocks/>
          </p:cNvSpPr>
          <p:nvPr/>
        </p:nvSpPr>
        <p:spPr>
          <a:xfrm>
            <a:off x="-9889276" y="215017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</a:t>
            </a:r>
            <a:endParaRPr lang="bg-BG" sz="149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3DA0F38D-B2B1-CE9D-9CA5-633ECE2FBE44}"/>
              </a:ext>
            </a:extLst>
          </p:cNvPr>
          <p:cNvSpPr txBox="1">
            <a:spLocks/>
          </p:cNvSpPr>
          <p:nvPr/>
        </p:nvSpPr>
        <p:spPr>
          <a:xfrm>
            <a:off x="-10992749" y="215017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49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478E27E-77DC-178B-9EF0-24E9CBDF40BD}"/>
              </a:ext>
            </a:extLst>
          </p:cNvPr>
          <p:cNvSpPr/>
          <p:nvPr/>
        </p:nvSpPr>
        <p:spPr>
          <a:xfrm>
            <a:off x="3458097" y="2585746"/>
            <a:ext cx="2988384" cy="4098628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4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ECA88B3-85F2-E06B-5ED3-43CE18833D73}"/>
              </a:ext>
            </a:extLst>
          </p:cNvPr>
          <p:cNvSpPr txBox="1">
            <a:spLocks/>
          </p:cNvSpPr>
          <p:nvPr/>
        </p:nvSpPr>
        <p:spPr>
          <a:xfrm>
            <a:off x="1268907" y="26891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EXISTING SOLUTIONS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79F4BFC4-D463-FD59-D958-B653B7A26C4A}"/>
              </a:ext>
            </a:extLst>
          </p:cNvPr>
          <p:cNvSpPr txBox="1">
            <a:spLocks/>
          </p:cNvSpPr>
          <p:nvPr/>
        </p:nvSpPr>
        <p:spPr>
          <a:xfrm>
            <a:off x="1333389" y="30643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EXISTING SOLUTIONS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557F91-E813-44B4-8CEA-CE510613B361}"/>
              </a:ext>
            </a:extLst>
          </p:cNvPr>
          <p:cNvSpPr/>
          <p:nvPr/>
        </p:nvSpPr>
        <p:spPr>
          <a:xfrm rot="7183716">
            <a:off x="16929456" y="945624"/>
            <a:ext cx="1907377" cy="2387600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Anemia</a:t>
            </a: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a condition where the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reduced oxygen-carrying </a:t>
            </a: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blood has capacity (usually due to low hemoglobin).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1490247-1BC8-CCBE-783B-6E4FFC98C694}"/>
              </a:ext>
            </a:extLst>
          </p:cNvPr>
          <p:cNvSpPr txBox="1">
            <a:spLocks/>
          </p:cNvSpPr>
          <p:nvPr/>
        </p:nvSpPr>
        <p:spPr>
          <a:xfrm rot="7183716">
            <a:off x="19939633" y="-1307627"/>
            <a:ext cx="3179133" cy="13908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PROBLEM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F38BD3-37E5-3F5A-F862-BD217B6CAA61}"/>
              </a:ext>
            </a:extLst>
          </p:cNvPr>
          <p:cNvSpPr txBox="1">
            <a:spLocks/>
          </p:cNvSpPr>
          <p:nvPr/>
        </p:nvSpPr>
        <p:spPr>
          <a:xfrm rot="7183716">
            <a:off x="20038467" y="-1336734"/>
            <a:ext cx="3179133" cy="139086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PROBLEM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83ED37-BB10-EFC0-18BF-A911E2CE9FF2}"/>
              </a:ext>
            </a:extLst>
          </p:cNvPr>
          <p:cNvSpPr/>
          <p:nvPr/>
        </p:nvSpPr>
        <p:spPr>
          <a:xfrm rot="7183716">
            <a:off x="22542311" y="945625"/>
            <a:ext cx="1907377" cy="1138182"/>
          </a:xfrm>
          <a:prstGeom prst="roundRect">
            <a:avLst>
              <a:gd name="adj" fmla="val 29850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Hot water can lead to low blood pressure, dizziness, or fainting.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4D15377-1036-F84D-3CB8-DBF453885CA6}"/>
              </a:ext>
            </a:extLst>
          </p:cNvPr>
          <p:cNvSpPr/>
          <p:nvPr/>
        </p:nvSpPr>
        <p:spPr>
          <a:xfrm rot="7183716">
            <a:off x="22548698" y="2987097"/>
            <a:ext cx="1907377" cy="1138182"/>
          </a:xfrm>
          <a:prstGeom prst="roundRect">
            <a:avLst>
              <a:gd name="adj" fmla="val 29850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Cold water worsens with cold sensitivity and poor circulation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D63BCF-C204-6B16-5B52-02336B0FDB77}"/>
              </a:ext>
            </a:extLst>
          </p:cNvPr>
          <p:cNvSpPr/>
          <p:nvPr/>
        </p:nvSpPr>
        <p:spPr>
          <a:xfrm rot="7183716">
            <a:off x="19438027" y="744656"/>
            <a:ext cx="300671" cy="50378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8CF26AA-3DA0-CC47-9E58-7A556278F4BF}"/>
              </a:ext>
            </a:extLst>
          </p:cNvPr>
          <p:cNvSpPr/>
          <p:nvPr/>
        </p:nvSpPr>
        <p:spPr>
          <a:xfrm rot="7183716">
            <a:off x="20074230" y="795321"/>
            <a:ext cx="162810" cy="27279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25BFF1-2F52-022C-93D2-36FB67889E6A}"/>
              </a:ext>
            </a:extLst>
          </p:cNvPr>
          <p:cNvSpPr/>
          <p:nvPr/>
        </p:nvSpPr>
        <p:spPr>
          <a:xfrm rot="7183716">
            <a:off x="24107408" y="2480830"/>
            <a:ext cx="120976" cy="20269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E09DD18-3CE6-25D0-CDB0-3D75F84ACBAF}"/>
              </a:ext>
            </a:extLst>
          </p:cNvPr>
          <p:cNvSpPr/>
          <p:nvPr/>
        </p:nvSpPr>
        <p:spPr>
          <a:xfrm rot="7183716">
            <a:off x="24265297" y="2915664"/>
            <a:ext cx="300671" cy="50378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27A95AC-7467-CC3C-31E9-2738AB37747A}"/>
              </a:ext>
            </a:extLst>
          </p:cNvPr>
          <p:cNvSpPr/>
          <p:nvPr/>
        </p:nvSpPr>
        <p:spPr>
          <a:xfrm rot="7183716">
            <a:off x="20036361" y="2864942"/>
            <a:ext cx="162810" cy="27279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6F231E4-B2C2-89F3-2143-161C86274A4C}"/>
              </a:ext>
            </a:extLst>
          </p:cNvPr>
          <p:cNvSpPr/>
          <p:nvPr/>
        </p:nvSpPr>
        <p:spPr>
          <a:xfrm rot="7183716">
            <a:off x="19563921" y="3091881"/>
            <a:ext cx="120976" cy="20269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1A568798-0566-45A7-F378-B8D46F2A3A30}"/>
              </a:ext>
            </a:extLst>
          </p:cNvPr>
          <p:cNvSpPr txBox="1">
            <a:spLocks/>
          </p:cNvSpPr>
          <p:nvPr/>
        </p:nvSpPr>
        <p:spPr>
          <a:xfrm>
            <a:off x="1491513" y="-246677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OUR GOAL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437944CB-ACF4-1757-118E-8B75EE3FA539}"/>
              </a:ext>
            </a:extLst>
          </p:cNvPr>
          <p:cNvSpPr txBox="1">
            <a:spLocks/>
          </p:cNvSpPr>
          <p:nvPr/>
        </p:nvSpPr>
        <p:spPr>
          <a:xfrm>
            <a:off x="1581277" y="-251670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OUR GOAL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723004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23C1D-5E08-0A8E-019C-1E8E5F90A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F18D4C-DC73-8A11-B257-EDE1725469DB}"/>
              </a:ext>
            </a:extLst>
          </p:cNvPr>
          <p:cNvSpPr/>
          <p:nvPr/>
        </p:nvSpPr>
        <p:spPr>
          <a:xfrm rot="1458389">
            <a:off x="8467903" y="-3625464"/>
            <a:ext cx="969432" cy="613988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2F9FF3-C384-E308-C872-B6DE50207F35}"/>
              </a:ext>
            </a:extLst>
          </p:cNvPr>
          <p:cNvSpPr/>
          <p:nvPr/>
        </p:nvSpPr>
        <p:spPr>
          <a:xfrm rot="1458389">
            <a:off x="8414029" y="-2370305"/>
            <a:ext cx="969432" cy="82084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6B3AD1-FAF3-75AA-406B-5D4132E0B537}"/>
              </a:ext>
            </a:extLst>
          </p:cNvPr>
          <p:cNvSpPr/>
          <p:nvPr/>
        </p:nvSpPr>
        <p:spPr>
          <a:xfrm rot="1458389">
            <a:off x="9864811" y="-2659302"/>
            <a:ext cx="969432" cy="6139880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F4496A-9284-03E8-2F21-E51E21623F3B}"/>
              </a:ext>
            </a:extLst>
          </p:cNvPr>
          <p:cNvSpPr/>
          <p:nvPr/>
        </p:nvSpPr>
        <p:spPr>
          <a:xfrm rot="1458389">
            <a:off x="10313808" y="-1540666"/>
            <a:ext cx="969432" cy="5520081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78978F-2B35-F2B2-AF61-456EC826B0D6}"/>
              </a:ext>
            </a:extLst>
          </p:cNvPr>
          <p:cNvSpPr/>
          <p:nvPr/>
        </p:nvSpPr>
        <p:spPr>
          <a:xfrm rot="1458389">
            <a:off x="11804709" y="-3142383"/>
            <a:ext cx="969432" cy="613988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60468AD-34CE-A640-8E63-1636D3F2A001}"/>
              </a:ext>
            </a:extLst>
          </p:cNvPr>
          <p:cNvSpPr/>
          <p:nvPr/>
        </p:nvSpPr>
        <p:spPr>
          <a:xfrm rot="1458389">
            <a:off x="449599" y="4759965"/>
            <a:ext cx="1351709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516F39-58A6-8105-93E1-E74D87878151}"/>
              </a:ext>
            </a:extLst>
          </p:cNvPr>
          <p:cNvSpPr/>
          <p:nvPr/>
        </p:nvSpPr>
        <p:spPr>
          <a:xfrm rot="1458389">
            <a:off x="1439144" y="4759964"/>
            <a:ext cx="1351709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955543B0-AAFC-72F5-5C36-755A6FE08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2426" y="0"/>
            <a:ext cx="4572000" cy="4572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C862B8E-9220-BA67-CD14-A68D2EC52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7DE4B3F-E814-2873-D808-3516E5CA8085}"/>
              </a:ext>
            </a:extLst>
          </p:cNvPr>
          <p:cNvSpPr/>
          <p:nvPr/>
        </p:nvSpPr>
        <p:spPr>
          <a:xfrm rot="1458389">
            <a:off x="7044307" y="-1875296"/>
            <a:ext cx="969432" cy="477067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CB01B33-FF5D-5900-EC77-91C9DB192704}"/>
              </a:ext>
            </a:extLst>
          </p:cNvPr>
          <p:cNvSpPr/>
          <p:nvPr/>
        </p:nvSpPr>
        <p:spPr>
          <a:xfrm rot="4698770">
            <a:off x="21393642" y="1725049"/>
            <a:ext cx="2988384" cy="4098628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4400" b="1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B200057-017A-4B09-91E6-2CB785EF787C}"/>
              </a:ext>
            </a:extLst>
          </p:cNvPr>
          <p:cNvSpPr txBox="1">
            <a:spLocks/>
          </p:cNvSpPr>
          <p:nvPr/>
        </p:nvSpPr>
        <p:spPr>
          <a:xfrm rot="4230371">
            <a:off x="11765401" y="124800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EXISTING SOLUTIONS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03856FA-0A36-E43E-A600-0513107A5BCA}"/>
              </a:ext>
            </a:extLst>
          </p:cNvPr>
          <p:cNvSpPr txBox="1">
            <a:spLocks/>
          </p:cNvSpPr>
          <p:nvPr/>
        </p:nvSpPr>
        <p:spPr>
          <a:xfrm rot="3764931">
            <a:off x="11809815" y="130267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EXISTING SOLUTIONS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A726C4-6EC5-F319-BD1E-A75BBF78ECAC}"/>
              </a:ext>
            </a:extLst>
          </p:cNvPr>
          <p:cNvSpPr txBox="1">
            <a:spLocks/>
          </p:cNvSpPr>
          <p:nvPr/>
        </p:nvSpPr>
        <p:spPr>
          <a:xfrm>
            <a:off x="1344936" y="52878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OUR GOAL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545E149-07AE-214D-743C-5B33291340B9}"/>
              </a:ext>
            </a:extLst>
          </p:cNvPr>
          <p:cNvSpPr txBox="1">
            <a:spLocks/>
          </p:cNvSpPr>
          <p:nvPr/>
        </p:nvSpPr>
        <p:spPr>
          <a:xfrm>
            <a:off x="1434700" y="4788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OUR GOAL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EB26FCF-68D7-89F3-82DC-3C0CC1A34C60}"/>
              </a:ext>
            </a:extLst>
          </p:cNvPr>
          <p:cNvSpPr/>
          <p:nvPr/>
        </p:nvSpPr>
        <p:spPr>
          <a:xfrm>
            <a:off x="817605" y="2966318"/>
            <a:ext cx="10212268" cy="3483453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To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prevent</a:t>
            </a:r>
            <a:r>
              <a:rPr lang="en-US" sz="3200" b="1" dirty="0"/>
              <a:t> dizziness, fainting, and circulatory stress in people with anemia by maintaining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safe, stable water temperature </a:t>
            </a:r>
            <a:r>
              <a:rPr lang="en-US" sz="3200" b="1" dirty="0"/>
              <a:t>during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showering</a:t>
            </a:r>
            <a:r>
              <a:rPr lang="en-US" sz="3200" b="1" dirty="0"/>
              <a:t> in real time.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6" name="Graphic 25" descr="A brushstroke">
            <a:extLst>
              <a:ext uri="{FF2B5EF4-FFF2-40B4-BE49-F238E27FC236}">
                <a16:creationId xmlns:a16="http://schemas.microsoft.com/office/drawing/2014/main" id="{6377809B-F866-0FA7-D825-9C570364EA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7267878" y="1508358"/>
            <a:ext cx="8005056" cy="800505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E4213DDD-A683-992B-C040-A4CD8310BC52}"/>
              </a:ext>
            </a:extLst>
          </p:cNvPr>
          <p:cNvSpPr txBox="1">
            <a:spLocks/>
          </p:cNvSpPr>
          <p:nvPr/>
        </p:nvSpPr>
        <p:spPr>
          <a:xfrm>
            <a:off x="-9008927" y="302874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DEMO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725A50DE-195C-5C05-20AF-24B622088FD7}"/>
              </a:ext>
            </a:extLst>
          </p:cNvPr>
          <p:cNvSpPr txBox="1">
            <a:spLocks/>
          </p:cNvSpPr>
          <p:nvPr/>
        </p:nvSpPr>
        <p:spPr>
          <a:xfrm>
            <a:off x="-8857696" y="29413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DEMO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9093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C740-E39A-9B8D-A2EC-A8065AAC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38181D-E731-8C09-0539-C7058654B2F7}"/>
              </a:ext>
            </a:extLst>
          </p:cNvPr>
          <p:cNvSpPr/>
          <p:nvPr/>
        </p:nvSpPr>
        <p:spPr>
          <a:xfrm rot="1458389">
            <a:off x="8857198" y="-4151772"/>
            <a:ext cx="969432" cy="613988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22E446-B6B3-AD03-18B4-B3E21877C3EA}"/>
              </a:ext>
            </a:extLst>
          </p:cNvPr>
          <p:cNvSpPr/>
          <p:nvPr/>
        </p:nvSpPr>
        <p:spPr>
          <a:xfrm rot="1458389">
            <a:off x="9710569" y="-5209617"/>
            <a:ext cx="969432" cy="82084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1461E9D-9E41-982B-6F2E-FB6C62F67D19}"/>
              </a:ext>
            </a:extLst>
          </p:cNvPr>
          <p:cNvSpPr/>
          <p:nvPr/>
        </p:nvSpPr>
        <p:spPr>
          <a:xfrm rot="1458389">
            <a:off x="8935714" y="-774065"/>
            <a:ext cx="969432" cy="6139880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E8CC16-A7D3-F9E2-2604-CF86ACC43F55}"/>
              </a:ext>
            </a:extLst>
          </p:cNvPr>
          <p:cNvSpPr/>
          <p:nvPr/>
        </p:nvSpPr>
        <p:spPr>
          <a:xfrm rot="1458389">
            <a:off x="10077514" y="-1077761"/>
            <a:ext cx="969432" cy="5520081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4860BC-9E4F-510E-006B-056866BCA296}"/>
              </a:ext>
            </a:extLst>
          </p:cNvPr>
          <p:cNvSpPr/>
          <p:nvPr/>
        </p:nvSpPr>
        <p:spPr>
          <a:xfrm rot="1458389">
            <a:off x="11519672" y="-2638269"/>
            <a:ext cx="969432" cy="613988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B60C448-6176-EF95-7DAB-6CF2763347EA}"/>
              </a:ext>
            </a:extLst>
          </p:cNvPr>
          <p:cNvSpPr/>
          <p:nvPr/>
        </p:nvSpPr>
        <p:spPr>
          <a:xfrm rot="1458389">
            <a:off x="328546" y="4465240"/>
            <a:ext cx="1351709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5EDC34-B29C-1484-6DBA-ECFA07AAB379}"/>
              </a:ext>
            </a:extLst>
          </p:cNvPr>
          <p:cNvSpPr/>
          <p:nvPr/>
        </p:nvSpPr>
        <p:spPr>
          <a:xfrm rot="1458389">
            <a:off x="1122841" y="5381764"/>
            <a:ext cx="1351709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4437DDDB-854A-30DC-EF96-9074F4B72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93618" y="-174822"/>
            <a:ext cx="4572000" cy="4572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F170E0F-623B-296D-C850-A57A34DAD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CAF02D0-4262-001E-F411-1A04E802A5D8}"/>
              </a:ext>
            </a:extLst>
          </p:cNvPr>
          <p:cNvSpPr/>
          <p:nvPr/>
        </p:nvSpPr>
        <p:spPr>
          <a:xfrm rot="1458389">
            <a:off x="7312382" y="-2360171"/>
            <a:ext cx="969432" cy="477067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A53C117-2F26-50E7-8DF4-28226D6536D4}"/>
              </a:ext>
            </a:extLst>
          </p:cNvPr>
          <p:cNvSpPr txBox="1">
            <a:spLocks/>
          </p:cNvSpPr>
          <p:nvPr/>
        </p:nvSpPr>
        <p:spPr>
          <a:xfrm rot="4777225">
            <a:off x="12150015" y="127968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OUR GOAL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F6AE581-64A1-ADFF-6225-459A1873154C}"/>
              </a:ext>
            </a:extLst>
          </p:cNvPr>
          <p:cNvSpPr txBox="1">
            <a:spLocks/>
          </p:cNvSpPr>
          <p:nvPr/>
        </p:nvSpPr>
        <p:spPr>
          <a:xfrm rot="5024446">
            <a:off x="12150016" y="124232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OUR GOAL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26952C-086E-CDA1-E390-161EF118B78F}"/>
              </a:ext>
            </a:extLst>
          </p:cNvPr>
          <p:cNvSpPr/>
          <p:nvPr/>
        </p:nvSpPr>
        <p:spPr>
          <a:xfrm rot="2376756">
            <a:off x="28137477" y="2038573"/>
            <a:ext cx="10706132" cy="2585791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To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prevent</a:t>
            </a:r>
            <a:r>
              <a:rPr lang="en-US" sz="3200" b="1" dirty="0"/>
              <a:t> dizziness, fainting, and circulatory stress in people with anemia by maintaining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safe, stable water temperature </a:t>
            </a:r>
            <a:r>
              <a:rPr lang="en-US" sz="3200" b="1" dirty="0"/>
              <a:t>during </a:t>
            </a: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showering</a:t>
            </a:r>
            <a:r>
              <a:rPr lang="en-US" sz="3200" b="1" dirty="0"/>
              <a:t> in real time.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45752C-ADA2-FE89-64A5-7138AA28C11F}"/>
              </a:ext>
            </a:extLst>
          </p:cNvPr>
          <p:cNvSpPr txBox="1">
            <a:spLocks/>
          </p:cNvSpPr>
          <p:nvPr/>
        </p:nvSpPr>
        <p:spPr>
          <a:xfrm>
            <a:off x="420622" y="27260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DEMO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E45CE83-CB8D-7D44-23A8-FFE471AA36DB}"/>
              </a:ext>
            </a:extLst>
          </p:cNvPr>
          <p:cNvSpPr txBox="1">
            <a:spLocks/>
          </p:cNvSpPr>
          <p:nvPr/>
        </p:nvSpPr>
        <p:spPr>
          <a:xfrm>
            <a:off x="571853" y="2638636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DEMO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pic>
        <p:nvPicPr>
          <p:cNvPr id="19" name="Graphic 18" descr="A brushstroke">
            <a:extLst>
              <a:ext uri="{FF2B5EF4-FFF2-40B4-BE49-F238E27FC236}">
                <a16:creationId xmlns:a16="http://schemas.microsoft.com/office/drawing/2014/main" id="{9085C6F2-29CB-F341-74B8-FAEF699AC8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1138" y="1111096"/>
            <a:ext cx="8005056" cy="800505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8FD268C2-58C8-A189-B851-B64CEFBEAB5C}"/>
              </a:ext>
            </a:extLst>
          </p:cNvPr>
          <p:cNvSpPr txBox="1">
            <a:spLocks/>
          </p:cNvSpPr>
          <p:nvPr/>
        </p:nvSpPr>
        <p:spPr>
          <a:xfrm>
            <a:off x="1344936" y="-5788195"/>
            <a:ext cx="9144000" cy="26263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HOW THE PROJECT WORKS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0C99A36-9A5A-194F-9BB9-B1EC5E36DC55}"/>
              </a:ext>
            </a:extLst>
          </p:cNvPr>
          <p:cNvSpPr txBox="1">
            <a:spLocks/>
          </p:cNvSpPr>
          <p:nvPr/>
        </p:nvSpPr>
        <p:spPr>
          <a:xfrm>
            <a:off x="1434700" y="-5838128"/>
            <a:ext cx="9144000" cy="26263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HOW THE PROJECT WORKS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07955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0007-2E84-758D-F586-5F4C246A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335C66-52FB-E023-E0D1-68985CE3E23A}"/>
              </a:ext>
            </a:extLst>
          </p:cNvPr>
          <p:cNvSpPr/>
          <p:nvPr/>
        </p:nvSpPr>
        <p:spPr>
          <a:xfrm rot="1458389">
            <a:off x="8557863" y="-3419572"/>
            <a:ext cx="969432" cy="6139880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E4CBE-3061-AFC9-8192-4011B7B91C3B}"/>
              </a:ext>
            </a:extLst>
          </p:cNvPr>
          <p:cNvSpPr/>
          <p:nvPr/>
        </p:nvSpPr>
        <p:spPr>
          <a:xfrm rot="1458389">
            <a:off x="9463372" y="-4615190"/>
            <a:ext cx="969432" cy="82084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12FA37-A4FB-6A50-9496-360D596FA80C}"/>
              </a:ext>
            </a:extLst>
          </p:cNvPr>
          <p:cNvSpPr/>
          <p:nvPr/>
        </p:nvSpPr>
        <p:spPr>
          <a:xfrm rot="1458389">
            <a:off x="10296288" y="-3606449"/>
            <a:ext cx="969432" cy="6139880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258E214-B8B6-5050-8ED6-A87FEEDE5A66}"/>
              </a:ext>
            </a:extLst>
          </p:cNvPr>
          <p:cNvSpPr/>
          <p:nvPr/>
        </p:nvSpPr>
        <p:spPr>
          <a:xfrm rot="1458389">
            <a:off x="10091063" y="-2034931"/>
            <a:ext cx="1016861" cy="737906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781186-5087-A7F8-C1DE-403FAD62358E}"/>
              </a:ext>
            </a:extLst>
          </p:cNvPr>
          <p:cNvSpPr/>
          <p:nvPr/>
        </p:nvSpPr>
        <p:spPr>
          <a:xfrm rot="1458389">
            <a:off x="11857246" y="-3069940"/>
            <a:ext cx="969432" cy="6139880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4BFBD18-B3B3-C7E6-F753-319ADF55A48D}"/>
              </a:ext>
            </a:extLst>
          </p:cNvPr>
          <p:cNvSpPr/>
          <p:nvPr/>
        </p:nvSpPr>
        <p:spPr>
          <a:xfrm rot="1458389">
            <a:off x="-4135" y="5491525"/>
            <a:ext cx="1351709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BD7DC2-6E06-04A0-9F25-100D58BC6D26}"/>
              </a:ext>
            </a:extLst>
          </p:cNvPr>
          <p:cNvSpPr/>
          <p:nvPr/>
        </p:nvSpPr>
        <p:spPr>
          <a:xfrm rot="1458389">
            <a:off x="1399220" y="4813915"/>
            <a:ext cx="1351709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1B7CCD52-DC80-67EA-9AB5-F08E3E34C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2956" y="0"/>
            <a:ext cx="3865598" cy="4572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69810A4-8BB4-957E-BFF3-BEE0D02FE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D811E8C-C7D5-47CA-81E3-9FA474D06E44}"/>
              </a:ext>
            </a:extLst>
          </p:cNvPr>
          <p:cNvSpPr/>
          <p:nvPr/>
        </p:nvSpPr>
        <p:spPr>
          <a:xfrm rot="1458389">
            <a:off x="7718701" y="-3127109"/>
            <a:ext cx="969432" cy="477067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F844DFE-E4A2-4D2C-BBF8-112F09A39BE2}"/>
              </a:ext>
            </a:extLst>
          </p:cNvPr>
          <p:cNvSpPr txBox="1">
            <a:spLocks/>
          </p:cNvSpPr>
          <p:nvPr/>
        </p:nvSpPr>
        <p:spPr>
          <a:xfrm rot="18135026">
            <a:off x="14561253" y="120477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DEMO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31B4DA-2AE2-0C71-2F18-4EAACC7EAC17}"/>
              </a:ext>
            </a:extLst>
          </p:cNvPr>
          <p:cNvSpPr txBox="1">
            <a:spLocks/>
          </p:cNvSpPr>
          <p:nvPr/>
        </p:nvSpPr>
        <p:spPr>
          <a:xfrm rot="18135026">
            <a:off x="14712484" y="111738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DEMO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pic>
        <p:nvPicPr>
          <p:cNvPr id="16" name="Graphic 15" descr="A brushstroke">
            <a:extLst>
              <a:ext uri="{FF2B5EF4-FFF2-40B4-BE49-F238E27FC236}">
                <a16:creationId xmlns:a16="http://schemas.microsoft.com/office/drawing/2014/main" id="{69344530-80AB-FCEC-94B0-C5A861A930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40419" y="704696"/>
            <a:ext cx="8005056" cy="800505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AD3A8FDE-41F2-C6E2-9340-D9350926BF7C}"/>
              </a:ext>
            </a:extLst>
          </p:cNvPr>
          <p:cNvSpPr txBox="1">
            <a:spLocks/>
          </p:cNvSpPr>
          <p:nvPr/>
        </p:nvSpPr>
        <p:spPr>
          <a:xfrm>
            <a:off x="1344936" y="52878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HOW THE PROJECT WORKS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AEBDF57-46A2-E931-465C-40A88F0CB98B}"/>
              </a:ext>
            </a:extLst>
          </p:cNvPr>
          <p:cNvSpPr txBox="1">
            <a:spLocks/>
          </p:cNvSpPr>
          <p:nvPr/>
        </p:nvSpPr>
        <p:spPr>
          <a:xfrm>
            <a:off x="1434700" y="4788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HOW THE PROJECT WORKS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9D607F6C-617B-EA25-BD10-8BA0424F43B5}"/>
              </a:ext>
            </a:extLst>
          </p:cNvPr>
          <p:cNvSpPr txBox="1">
            <a:spLocks/>
          </p:cNvSpPr>
          <p:nvPr/>
        </p:nvSpPr>
        <p:spPr>
          <a:xfrm>
            <a:off x="1559124" y="-214256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USED TECHNOLOGIES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8CCB46E-F647-8D6D-EF07-8DB3F2584489}"/>
              </a:ext>
            </a:extLst>
          </p:cNvPr>
          <p:cNvSpPr txBox="1">
            <a:spLocks/>
          </p:cNvSpPr>
          <p:nvPr/>
        </p:nvSpPr>
        <p:spPr>
          <a:xfrm>
            <a:off x="1648888" y="-219249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USED TECHNOLOGIES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A9C1C32-D7D4-7D91-354C-ADCDF20B4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5545" y="0"/>
            <a:ext cx="8840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62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79943-5F67-FF61-4B9F-9DDADDE7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8701F4-BAAA-C83B-D0DE-A6BC8B614E28}"/>
              </a:ext>
            </a:extLst>
          </p:cNvPr>
          <p:cNvSpPr/>
          <p:nvPr/>
        </p:nvSpPr>
        <p:spPr>
          <a:xfrm rot="1458389">
            <a:off x="8740838" y="-3380167"/>
            <a:ext cx="969432" cy="5250824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053030-5A13-2869-92C4-9E60426EE185}"/>
              </a:ext>
            </a:extLst>
          </p:cNvPr>
          <p:cNvSpPr/>
          <p:nvPr/>
        </p:nvSpPr>
        <p:spPr>
          <a:xfrm rot="1458389">
            <a:off x="10047964" y="-4489296"/>
            <a:ext cx="969432" cy="53680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8863E9-B6BB-0D58-297F-C39D624861F2}"/>
              </a:ext>
            </a:extLst>
          </p:cNvPr>
          <p:cNvSpPr/>
          <p:nvPr/>
        </p:nvSpPr>
        <p:spPr>
          <a:xfrm rot="1458389">
            <a:off x="10244003" y="-3617709"/>
            <a:ext cx="969432" cy="6393930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919A28-A441-644E-4429-3291F5691493}"/>
              </a:ext>
            </a:extLst>
          </p:cNvPr>
          <p:cNvSpPr/>
          <p:nvPr/>
        </p:nvSpPr>
        <p:spPr>
          <a:xfrm rot="1458389">
            <a:off x="10648400" y="-1914906"/>
            <a:ext cx="1016861" cy="467103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D64C3A-A98B-4CB0-1F7B-580B71EEC0B1}"/>
              </a:ext>
            </a:extLst>
          </p:cNvPr>
          <p:cNvSpPr/>
          <p:nvPr/>
        </p:nvSpPr>
        <p:spPr>
          <a:xfrm rot="1458389">
            <a:off x="11072268" y="-3238989"/>
            <a:ext cx="969432" cy="9953997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4A5AD9F-1E2C-F40C-675C-623A58EE1239}"/>
              </a:ext>
            </a:extLst>
          </p:cNvPr>
          <p:cNvSpPr/>
          <p:nvPr/>
        </p:nvSpPr>
        <p:spPr>
          <a:xfrm rot="1458389">
            <a:off x="71484" y="4930924"/>
            <a:ext cx="1351709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8E3C7D-CFB4-CD8C-694A-5C5D3365D952}"/>
              </a:ext>
            </a:extLst>
          </p:cNvPr>
          <p:cNvSpPr/>
          <p:nvPr/>
        </p:nvSpPr>
        <p:spPr>
          <a:xfrm rot="1458389">
            <a:off x="1235001" y="4930926"/>
            <a:ext cx="1351709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B4C66E8B-83A7-8E8C-6A83-9FA580C10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96739" y="-420744"/>
            <a:ext cx="4753863" cy="562258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DEA3155-8A18-364D-0D0C-1C0CA9013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D2ECE22-E650-7D70-F709-0FF28C14B78E}"/>
              </a:ext>
            </a:extLst>
          </p:cNvPr>
          <p:cNvSpPr/>
          <p:nvPr/>
        </p:nvSpPr>
        <p:spPr>
          <a:xfrm rot="1458389">
            <a:off x="7870497" y="-3094419"/>
            <a:ext cx="969432" cy="403311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8D9F96B-89D6-4013-B700-66D00899719A}"/>
              </a:ext>
            </a:extLst>
          </p:cNvPr>
          <p:cNvSpPr txBox="1">
            <a:spLocks/>
          </p:cNvSpPr>
          <p:nvPr/>
        </p:nvSpPr>
        <p:spPr>
          <a:xfrm rot="6246396">
            <a:off x="11445166" y="147701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HOW THE PROJECT WORKS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4C0612D-4F0B-9EEC-1981-B4B0ABDCED1A}"/>
              </a:ext>
            </a:extLst>
          </p:cNvPr>
          <p:cNvSpPr txBox="1">
            <a:spLocks/>
          </p:cNvSpPr>
          <p:nvPr/>
        </p:nvSpPr>
        <p:spPr>
          <a:xfrm rot="7713014">
            <a:off x="11740346" y="188253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HOW THE PROJECT WORKS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202BB-46C8-CB87-ED3D-FBDDE46B78D1}"/>
              </a:ext>
            </a:extLst>
          </p:cNvPr>
          <p:cNvSpPr txBox="1">
            <a:spLocks/>
          </p:cNvSpPr>
          <p:nvPr/>
        </p:nvSpPr>
        <p:spPr>
          <a:xfrm>
            <a:off x="1344936" y="52878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USED TECHNOLOGIES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F138374-AD58-6F95-C91C-98FCDD6C59C6}"/>
              </a:ext>
            </a:extLst>
          </p:cNvPr>
          <p:cNvSpPr txBox="1">
            <a:spLocks/>
          </p:cNvSpPr>
          <p:nvPr/>
        </p:nvSpPr>
        <p:spPr>
          <a:xfrm>
            <a:off x="1434700" y="4788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USED TECHNOLOGIES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6FDEAD6-55C5-56F2-1FB9-5BC311AC1BBF}"/>
              </a:ext>
            </a:extLst>
          </p:cNvPr>
          <p:cNvSpPr txBox="1">
            <a:spLocks/>
          </p:cNvSpPr>
          <p:nvPr/>
        </p:nvSpPr>
        <p:spPr>
          <a:xfrm>
            <a:off x="1497336" y="-313205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WORK PROCESS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8A1B393-4818-124C-92D8-DA0342060A2C}"/>
              </a:ext>
            </a:extLst>
          </p:cNvPr>
          <p:cNvSpPr txBox="1">
            <a:spLocks/>
          </p:cNvSpPr>
          <p:nvPr/>
        </p:nvSpPr>
        <p:spPr>
          <a:xfrm>
            <a:off x="1587100" y="-3181991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WORK PROCESS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B324500-B961-19C2-5359-34B3EC08DC4D}"/>
              </a:ext>
            </a:extLst>
          </p:cNvPr>
          <p:cNvSpPr/>
          <p:nvPr/>
        </p:nvSpPr>
        <p:spPr>
          <a:xfrm>
            <a:off x="902781" y="2966318"/>
            <a:ext cx="1859874" cy="17897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1F4A8D6-7F5A-5FC6-CD3D-C2E539F47F4F}"/>
              </a:ext>
            </a:extLst>
          </p:cNvPr>
          <p:cNvSpPr/>
          <p:nvPr/>
        </p:nvSpPr>
        <p:spPr>
          <a:xfrm>
            <a:off x="915594" y="4870417"/>
            <a:ext cx="1859874" cy="17897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CD79803-2AD8-2ED9-3058-7E9D1AF6253C}"/>
              </a:ext>
            </a:extLst>
          </p:cNvPr>
          <p:cNvSpPr/>
          <p:nvPr/>
        </p:nvSpPr>
        <p:spPr>
          <a:xfrm>
            <a:off x="3594485" y="2921098"/>
            <a:ext cx="1859874" cy="17897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4C03EDB-21D7-06B6-1855-838558DEAF69}"/>
              </a:ext>
            </a:extLst>
          </p:cNvPr>
          <p:cNvSpPr/>
          <p:nvPr/>
        </p:nvSpPr>
        <p:spPr>
          <a:xfrm>
            <a:off x="6286189" y="2866452"/>
            <a:ext cx="1859874" cy="17897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AE0C4E5-F33B-2E78-A20E-ECD5F6C743E4}"/>
              </a:ext>
            </a:extLst>
          </p:cNvPr>
          <p:cNvSpPr/>
          <p:nvPr/>
        </p:nvSpPr>
        <p:spPr>
          <a:xfrm>
            <a:off x="8973210" y="2905101"/>
            <a:ext cx="1859874" cy="17897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5744F77-C4BF-136F-390B-1923B90296FF}"/>
              </a:ext>
            </a:extLst>
          </p:cNvPr>
          <p:cNvSpPr/>
          <p:nvPr/>
        </p:nvSpPr>
        <p:spPr>
          <a:xfrm>
            <a:off x="3627187" y="4815065"/>
            <a:ext cx="1859874" cy="17897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5BDEB332-863B-5538-A029-AF559602CFAD}"/>
              </a:ext>
            </a:extLst>
          </p:cNvPr>
          <p:cNvSpPr/>
          <p:nvPr/>
        </p:nvSpPr>
        <p:spPr>
          <a:xfrm>
            <a:off x="6330550" y="4710864"/>
            <a:ext cx="1859874" cy="17897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764518C-A86A-A0ED-F3F9-2B5315DD648B}"/>
              </a:ext>
            </a:extLst>
          </p:cNvPr>
          <p:cNvSpPr/>
          <p:nvPr/>
        </p:nvSpPr>
        <p:spPr>
          <a:xfrm>
            <a:off x="8973266" y="4801436"/>
            <a:ext cx="1859874" cy="17897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58" name="Picture 6">
            <a:extLst>
              <a:ext uri="{FF2B5EF4-FFF2-40B4-BE49-F238E27FC236}">
                <a16:creationId xmlns:a16="http://schemas.microsoft.com/office/drawing/2014/main" id="{FAE91AD7-23D1-4DB8-B414-9885A22A9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776" y="3135610"/>
            <a:ext cx="1418095" cy="141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8">
            <a:extLst>
              <a:ext uri="{FF2B5EF4-FFF2-40B4-BE49-F238E27FC236}">
                <a16:creationId xmlns:a16="http://schemas.microsoft.com/office/drawing/2014/main" id="{D7718F4E-1625-16B4-096C-453D90395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789" y="3290641"/>
            <a:ext cx="1029969" cy="102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0">
            <a:extLst>
              <a:ext uri="{FF2B5EF4-FFF2-40B4-BE49-F238E27FC236}">
                <a16:creationId xmlns:a16="http://schemas.microsoft.com/office/drawing/2014/main" id="{FF0E45B6-6691-995D-6072-C4CD62837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435" y="3233139"/>
            <a:ext cx="1050698" cy="1190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12">
            <a:extLst>
              <a:ext uri="{FF2B5EF4-FFF2-40B4-BE49-F238E27FC236}">
                <a16:creationId xmlns:a16="http://schemas.microsoft.com/office/drawing/2014/main" id="{700757EC-578A-1F90-756D-694A91CAA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483" y="3033448"/>
            <a:ext cx="1455773" cy="145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14">
            <a:extLst>
              <a:ext uri="{FF2B5EF4-FFF2-40B4-BE49-F238E27FC236}">
                <a16:creationId xmlns:a16="http://schemas.microsoft.com/office/drawing/2014/main" id="{3D99059F-7E4F-5E96-9742-551AD76E8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119" y="5091811"/>
            <a:ext cx="1333342" cy="133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16">
            <a:extLst>
              <a:ext uri="{FF2B5EF4-FFF2-40B4-BE49-F238E27FC236}">
                <a16:creationId xmlns:a16="http://schemas.microsoft.com/office/drawing/2014/main" id="{4547D45E-2677-FA04-35B1-FE4BD2261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854" y="4913968"/>
            <a:ext cx="1430604" cy="143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18">
            <a:extLst>
              <a:ext uri="{FF2B5EF4-FFF2-40B4-BE49-F238E27FC236}">
                <a16:creationId xmlns:a16="http://schemas.microsoft.com/office/drawing/2014/main" id="{AB0307A0-C869-890A-50D1-873384A51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826" y="4899852"/>
            <a:ext cx="1526130" cy="1526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0">
            <a:extLst>
              <a:ext uri="{FF2B5EF4-FFF2-40B4-BE49-F238E27FC236}">
                <a16:creationId xmlns:a16="http://schemas.microsoft.com/office/drawing/2014/main" id="{2CBB76DF-82C4-6768-3CDB-4C2ADB0F2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6883" y="4959689"/>
            <a:ext cx="1411817" cy="141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9576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088DF-79EE-F5E1-1BC9-978F2ED4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662404-361B-77D6-4A7E-7E9983797553}"/>
              </a:ext>
            </a:extLst>
          </p:cNvPr>
          <p:cNvSpPr/>
          <p:nvPr/>
        </p:nvSpPr>
        <p:spPr>
          <a:xfrm rot="4937520">
            <a:off x="14335253" y="752520"/>
            <a:ext cx="3251988" cy="2346077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HTML, CSS, JAVASCRIPT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F0773E-69F3-E892-45F1-0914127F831C}"/>
              </a:ext>
            </a:extLst>
          </p:cNvPr>
          <p:cNvSpPr/>
          <p:nvPr/>
        </p:nvSpPr>
        <p:spPr>
          <a:xfrm rot="4937520">
            <a:off x="13759417" y="3429125"/>
            <a:ext cx="3251988" cy="2346077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KOTLIN, ANDROID STUDIO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D2A95D-A3EC-C11B-5341-FA9BD9CBDC7A}"/>
              </a:ext>
            </a:extLst>
          </p:cNvPr>
          <p:cNvSpPr/>
          <p:nvPr/>
        </p:nvSpPr>
        <p:spPr>
          <a:xfrm rot="4937520">
            <a:off x="17092900" y="2333845"/>
            <a:ext cx="3251988" cy="2346077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PYTHON, RASPBERRY PI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3E51BE-779E-6EF8-1DC7-E4EAF9D0BDF0}"/>
              </a:ext>
            </a:extLst>
          </p:cNvPr>
          <p:cNvSpPr/>
          <p:nvPr/>
        </p:nvSpPr>
        <p:spPr>
          <a:xfrm rot="4937520">
            <a:off x="17092900" y="683783"/>
            <a:ext cx="3251988" cy="949529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SQL, FLASK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3947875-186B-8FD9-5041-5B530FFAB547}"/>
              </a:ext>
            </a:extLst>
          </p:cNvPr>
          <p:cNvSpPr txBox="1">
            <a:spLocks/>
          </p:cNvSpPr>
          <p:nvPr/>
        </p:nvSpPr>
        <p:spPr>
          <a:xfrm rot="4862042">
            <a:off x="11810706" y="144318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USED TECHNOLOGIES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1D1473D-825D-D8C2-BE6C-2F065EB86554}"/>
              </a:ext>
            </a:extLst>
          </p:cNvPr>
          <p:cNvSpPr txBox="1">
            <a:spLocks/>
          </p:cNvSpPr>
          <p:nvPr/>
        </p:nvSpPr>
        <p:spPr>
          <a:xfrm rot="4862042">
            <a:off x="11900470" y="13932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USED TECHNOLOGIES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A726B1-E004-5227-8BE4-272DFD8797B5}"/>
              </a:ext>
            </a:extLst>
          </p:cNvPr>
          <p:cNvSpPr/>
          <p:nvPr/>
        </p:nvSpPr>
        <p:spPr>
          <a:xfrm rot="1458389">
            <a:off x="9170365" y="-4067506"/>
            <a:ext cx="969432" cy="5250824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8D63262-3E0C-3EC8-8B89-91A6D809CD58}"/>
              </a:ext>
            </a:extLst>
          </p:cNvPr>
          <p:cNvSpPr/>
          <p:nvPr/>
        </p:nvSpPr>
        <p:spPr>
          <a:xfrm rot="1458389">
            <a:off x="9591032" y="-3200442"/>
            <a:ext cx="969432" cy="53680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1E74FD-4952-9065-26B8-99883B1D8F40}"/>
              </a:ext>
            </a:extLst>
          </p:cNvPr>
          <p:cNvSpPr/>
          <p:nvPr/>
        </p:nvSpPr>
        <p:spPr>
          <a:xfrm rot="1458389">
            <a:off x="10551554" y="-3824673"/>
            <a:ext cx="884679" cy="5772351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6615F9F-DED7-0030-58F9-74A9F3412130}"/>
              </a:ext>
            </a:extLst>
          </p:cNvPr>
          <p:cNvSpPr/>
          <p:nvPr/>
        </p:nvSpPr>
        <p:spPr>
          <a:xfrm rot="1458389">
            <a:off x="10842649" y="-1873074"/>
            <a:ext cx="1016861" cy="372719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996E613-7B1B-AE2A-F70D-CDA762CAE40D}"/>
              </a:ext>
            </a:extLst>
          </p:cNvPr>
          <p:cNvSpPr/>
          <p:nvPr/>
        </p:nvSpPr>
        <p:spPr>
          <a:xfrm rot="1458389">
            <a:off x="12537272" y="-5601202"/>
            <a:ext cx="1078024" cy="740340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F4D7C5F-67F8-7284-7EAA-395443481C83}"/>
              </a:ext>
            </a:extLst>
          </p:cNvPr>
          <p:cNvSpPr/>
          <p:nvPr/>
        </p:nvSpPr>
        <p:spPr>
          <a:xfrm rot="1458389">
            <a:off x="698702" y="2018426"/>
            <a:ext cx="1260792" cy="648651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FBC458-AC24-5FCA-28E1-3376B7A0D9BC}"/>
              </a:ext>
            </a:extLst>
          </p:cNvPr>
          <p:cNvSpPr/>
          <p:nvPr/>
        </p:nvSpPr>
        <p:spPr>
          <a:xfrm rot="1458389">
            <a:off x="1146363" y="5342523"/>
            <a:ext cx="1262193" cy="3008556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pic>
        <p:nvPicPr>
          <p:cNvPr id="28" name="Graphic 27" descr="An organic corner shape">
            <a:extLst>
              <a:ext uri="{FF2B5EF4-FFF2-40B4-BE49-F238E27FC236}">
                <a16:creationId xmlns:a16="http://schemas.microsoft.com/office/drawing/2014/main" id="{5A512996-855A-121C-1BFD-5F6941F98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6739" y="-420744"/>
            <a:ext cx="4753863" cy="562258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9" name="Subtitle 2">
            <a:extLst>
              <a:ext uri="{FF2B5EF4-FFF2-40B4-BE49-F238E27FC236}">
                <a16:creationId xmlns:a16="http://schemas.microsoft.com/office/drawing/2014/main" id="{E634AD78-0B13-445E-6A81-D46BA014C1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8238777-078F-BF06-2AA2-047D0929D2AD}"/>
              </a:ext>
            </a:extLst>
          </p:cNvPr>
          <p:cNvSpPr/>
          <p:nvPr/>
        </p:nvSpPr>
        <p:spPr>
          <a:xfrm rot="1458389">
            <a:off x="7794683" y="-2661299"/>
            <a:ext cx="969432" cy="403311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BB7FD5-5958-0D95-F5CD-2964A2C2435E}"/>
              </a:ext>
            </a:extLst>
          </p:cNvPr>
          <p:cNvSpPr txBox="1">
            <a:spLocks/>
          </p:cNvSpPr>
          <p:nvPr/>
        </p:nvSpPr>
        <p:spPr>
          <a:xfrm>
            <a:off x="1344936" y="52878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WORK PROCESS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5A70CC3C-B507-CD7C-663D-9D1FB50E597F}"/>
              </a:ext>
            </a:extLst>
          </p:cNvPr>
          <p:cNvSpPr txBox="1">
            <a:spLocks/>
          </p:cNvSpPr>
          <p:nvPr/>
        </p:nvSpPr>
        <p:spPr>
          <a:xfrm>
            <a:off x="1434700" y="4788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WORK PROCESS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B322367-F944-1C1D-4459-8FF2B6BC2456}"/>
              </a:ext>
            </a:extLst>
          </p:cNvPr>
          <p:cNvSpPr/>
          <p:nvPr/>
        </p:nvSpPr>
        <p:spPr>
          <a:xfrm>
            <a:off x="863600" y="2966318"/>
            <a:ext cx="10313896" cy="3476519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Was mostly terrible at the start (had to set up </a:t>
            </a:r>
            <a:r>
              <a:rPr lang="en-US" sz="3200" b="1" dirty="0" err="1"/>
              <a:t>github</a:t>
            </a:r>
            <a:r>
              <a:rPr lang="en-US" sz="3200" b="1" dirty="0"/>
              <a:t> for 2h, idea was unclear, no correct parts, no knowledge, bugs), ended up working our way up thanks to our mentor and a bit of other external help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30B78B0A-C5E0-2EDC-443C-0C43BD16F26C}"/>
              </a:ext>
            </a:extLst>
          </p:cNvPr>
          <p:cNvSpPr txBox="1">
            <a:spLocks/>
          </p:cNvSpPr>
          <p:nvPr/>
        </p:nvSpPr>
        <p:spPr>
          <a:xfrm>
            <a:off x="1720180" y="-266480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EXPERIENCE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A71AEF0F-5476-3DC8-1B6F-4B08C72E3025}"/>
              </a:ext>
            </a:extLst>
          </p:cNvPr>
          <p:cNvSpPr txBox="1">
            <a:spLocks/>
          </p:cNvSpPr>
          <p:nvPr/>
        </p:nvSpPr>
        <p:spPr>
          <a:xfrm>
            <a:off x="1809944" y="-271473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EXPERIENCE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95355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E035-4EFB-EC42-3E4A-46CC5E72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C463A4-2620-AF30-F6AC-CD9BC9166804}"/>
              </a:ext>
            </a:extLst>
          </p:cNvPr>
          <p:cNvSpPr/>
          <p:nvPr/>
        </p:nvSpPr>
        <p:spPr>
          <a:xfrm rot="1458389">
            <a:off x="8873168" y="-3269477"/>
            <a:ext cx="969432" cy="5250824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5404B84-FAD6-D639-2D6D-8363974F9CD3}"/>
              </a:ext>
            </a:extLst>
          </p:cNvPr>
          <p:cNvSpPr/>
          <p:nvPr/>
        </p:nvSpPr>
        <p:spPr>
          <a:xfrm rot="1458389">
            <a:off x="9922538" y="-4031942"/>
            <a:ext cx="969432" cy="53680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236F97F-0EC3-9893-8340-70B1B7CE9E3C}"/>
              </a:ext>
            </a:extLst>
          </p:cNvPr>
          <p:cNvSpPr/>
          <p:nvPr/>
        </p:nvSpPr>
        <p:spPr>
          <a:xfrm rot="1458389">
            <a:off x="10168558" y="-2952257"/>
            <a:ext cx="884679" cy="5772351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8C1555-0C7C-BD58-FD13-9499AD2F0CAC}"/>
              </a:ext>
            </a:extLst>
          </p:cNvPr>
          <p:cNvSpPr/>
          <p:nvPr/>
        </p:nvSpPr>
        <p:spPr>
          <a:xfrm rot="1458389">
            <a:off x="10357980" y="-1134295"/>
            <a:ext cx="1016861" cy="372719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E601960-022B-340C-9FE8-449F6E8E2E7E}"/>
              </a:ext>
            </a:extLst>
          </p:cNvPr>
          <p:cNvSpPr/>
          <p:nvPr/>
        </p:nvSpPr>
        <p:spPr>
          <a:xfrm rot="1458389">
            <a:off x="11678738" y="-2385239"/>
            <a:ext cx="1177284" cy="4232648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67422A-1CD9-676A-22F9-352FB6498163}"/>
              </a:ext>
            </a:extLst>
          </p:cNvPr>
          <p:cNvSpPr/>
          <p:nvPr/>
        </p:nvSpPr>
        <p:spPr>
          <a:xfrm rot="1458389">
            <a:off x="147482" y="4578031"/>
            <a:ext cx="1131238" cy="37802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3DCCEFC-FCEA-66D7-8401-D9B5B533BAD5}"/>
              </a:ext>
            </a:extLst>
          </p:cNvPr>
          <p:cNvSpPr/>
          <p:nvPr/>
        </p:nvSpPr>
        <p:spPr>
          <a:xfrm rot="1458389">
            <a:off x="1861287" y="2022756"/>
            <a:ext cx="1477502" cy="6528651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pic>
        <p:nvPicPr>
          <p:cNvPr id="28" name="Graphic 27" descr="An organic corner shape">
            <a:extLst>
              <a:ext uri="{FF2B5EF4-FFF2-40B4-BE49-F238E27FC236}">
                <a16:creationId xmlns:a16="http://schemas.microsoft.com/office/drawing/2014/main" id="{6DBB3A4E-8A74-59F1-4612-841A2D5A9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33445" y="-999639"/>
            <a:ext cx="4753863" cy="562258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9" name="Subtitle 2">
            <a:extLst>
              <a:ext uri="{FF2B5EF4-FFF2-40B4-BE49-F238E27FC236}">
                <a16:creationId xmlns:a16="http://schemas.microsoft.com/office/drawing/2014/main" id="{7B20FE15-1954-A471-D382-FBE985DBE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B3EB61C-3A8D-FB44-4447-6F840A9D79B2}"/>
              </a:ext>
            </a:extLst>
          </p:cNvPr>
          <p:cNvSpPr/>
          <p:nvPr/>
        </p:nvSpPr>
        <p:spPr>
          <a:xfrm rot="1458389">
            <a:off x="8201575" y="-2955056"/>
            <a:ext cx="969432" cy="4033113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52806E19-6043-DB3C-35F7-DBC9CC89CBB4}"/>
              </a:ext>
            </a:extLst>
          </p:cNvPr>
          <p:cNvSpPr txBox="1">
            <a:spLocks/>
          </p:cNvSpPr>
          <p:nvPr/>
        </p:nvSpPr>
        <p:spPr>
          <a:xfrm>
            <a:off x="1344936" y="52878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EXPERIENCE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4616FAF2-A002-DC13-CF99-1D7E899EBC02}"/>
              </a:ext>
            </a:extLst>
          </p:cNvPr>
          <p:cNvSpPr txBox="1">
            <a:spLocks/>
          </p:cNvSpPr>
          <p:nvPr/>
        </p:nvSpPr>
        <p:spPr>
          <a:xfrm>
            <a:off x="1434700" y="478852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EXPERIENCE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208DB3-7572-4D01-6F3D-95B2886ACBB1}"/>
              </a:ext>
            </a:extLst>
          </p:cNvPr>
          <p:cNvSpPr/>
          <p:nvPr/>
        </p:nvSpPr>
        <p:spPr>
          <a:xfrm>
            <a:off x="395010" y="2916385"/>
            <a:ext cx="4753862" cy="3553106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Some team members took on more responsibility than expected, others were less involved</a:t>
            </a:r>
            <a:endParaRPr lang="en-US" sz="36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CBECC0-F92E-67C1-9B1B-B1965F18D1BD}"/>
              </a:ext>
            </a:extLst>
          </p:cNvPr>
          <p:cNvSpPr/>
          <p:nvPr/>
        </p:nvSpPr>
        <p:spPr>
          <a:xfrm>
            <a:off x="5283934" y="4294217"/>
            <a:ext cx="6513055" cy="2026907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Gained valuable experience by working in unfamiliar areas</a:t>
            </a:r>
            <a:endParaRPr lang="en-US" sz="36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7090C3-9279-4B93-5EEC-95B9C258175B}"/>
              </a:ext>
            </a:extLst>
          </p:cNvPr>
          <p:cNvSpPr/>
          <p:nvPr/>
        </p:nvSpPr>
        <p:spPr>
          <a:xfrm>
            <a:off x="7043128" y="2768407"/>
            <a:ext cx="4753862" cy="1426614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Outstanding mentor(s..!) </a:t>
            </a:r>
            <a:r>
              <a:rPr lang="en-US" sz="3600" dirty="0">
                <a:sym typeface="Wingdings" panose="05000000000000000000" pitchFamily="2" charset="2"/>
              </a:rPr>
              <a:t></a:t>
            </a:r>
            <a:endParaRPr lang="en-US" sz="36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A17C30-1D96-49C3-65A7-E7A6F6D03313}"/>
              </a:ext>
            </a:extLst>
          </p:cNvPr>
          <p:cNvSpPr/>
          <p:nvPr/>
        </p:nvSpPr>
        <p:spPr>
          <a:xfrm rot="5993632">
            <a:off x="9934114" y="1306415"/>
            <a:ext cx="10313896" cy="3476519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Was mostly terrible at the start (had to set up </a:t>
            </a:r>
            <a:r>
              <a:rPr lang="en-US" sz="3200" b="1" dirty="0" err="1"/>
              <a:t>github</a:t>
            </a:r>
            <a:r>
              <a:rPr lang="en-US" sz="3200" b="1" dirty="0"/>
              <a:t> for 2h, idea was unclear, no correct parts, no knowledge, bugs), ended up working our way up thanks to our mentor and a bit of other external help</a:t>
            </a:r>
            <a:endParaRPr lang="en-US" sz="3200" b="1" dirty="0">
              <a:solidFill>
                <a:schemeClr val="accent6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ABBC172-7EB5-3D4C-D5F9-48E78B62F5A8}"/>
              </a:ext>
            </a:extLst>
          </p:cNvPr>
          <p:cNvSpPr txBox="1">
            <a:spLocks/>
          </p:cNvSpPr>
          <p:nvPr/>
        </p:nvSpPr>
        <p:spPr>
          <a:xfrm rot="4649211">
            <a:off x="13424825" y="103877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WORK PROCESS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734492B-F9DD-D856-1270-E2D90E273371}"/>
              </a:ext>
            </a:extLst>
          </p:cNvPr>
          <p:cNvSpPr txBox="1">
            <a:spLocks/>
          </p:cNvSpPr>
          <p:nvPr/>
        </p:nvSpPr>
        <p:spPr>
          <a:xfrm rot="4649211">
            <a:off x="13514589" y="5394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WORK PROCESS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41663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6759E-90DC-4BBC-C095-B7455C58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BB9662-97D2-2D38-39C5-9DD7FA126A34}"/>
              </a:ext>
            </a:extLst>
          </p:cNvPr>
          <p:cNvSpPr/>
          <p:nvPr/>
        </p:nvSpPr>
        <p:spPr>
          <a:xfrm rot="2052594">
            <a:off x="10129094" y="-3495138"/>
            <a:ext cx="262164" cy="3458519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D3A1D3-7CC4-456D-DBD6-78721CD9315B}"/>
              </a:ext>
            </a:extLst>
          </p:cNvPr>
          <p:cNvSpPr/>
          <p:nvPr/>
        </p:nvSpPr>
        <p:spPr>
          <a:xfrm rot="1603522" flipH="1">
            <a:off x="12620135" y="-8840872"/>
            <a:ext cx="574571" cy="90253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5B1BF9-6697-40AB-CE14-31E382397F91}"/>
              </a:ext>
            </a:extLst>
          </p:cNvPr>
          <p:cNvSpPr/>
          <p:nvPr/>
        </p:nvSpPr>
        <p:spPr>
          <a:xfrm rot="1233099">
            <a:off x="13383794" y="-9632421"/>
            <a:ext cx="527030" cy="9705643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E0BAC1-1A3F-50DF-CF88-8CFFB8EC1F5D}"/>
              </a:ext>
            </a:extLst>
          </p:cNvPr>
          <p:cNvSpPr/>
          <p:nvPr/>
        </p:nvSpPr>
        <p:spPr>
          <a:xfrm rot="1707943">
            <a:off x="13297475" y="-3530642"/>
            <a:ext cx="262164" cy="345851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DF3E4C-975B-6411-0A40-AA3D38C4E250}"/>
              </a:ext>
            </a:extLst>
          </p:cNvPr>
          <p:cNvSpPr/>
          <p:nvPr/>
        </p:nvSpPr>
        <p:spPr>
          <a:xfrm rot="1144439" flipH="1">
            <a:off x="14254857" y="-6752315"/>
            <a:ext cx="671119" cy="8839263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8AE42D-850E-85F8-47CE-2755D17359E5}"/>
              </a:ext>
            </a:extLst>
          </p:cNvPr>
          <p:cNvSpPr/>
          <p:nvPr/>
        </p:nvSpPr>
        <p:spPr>
          <a:xfrm rot="1074643">
            <a:off x="-743110" y="7708831"/>
            <a:ext cx="128423" cy="999934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DBC38A-2DB8-C255-4101-C4260F4729FC}"/>
              </a:ext>
            </a:extLst>
          </p:cNvPr>
          <p:cNvSpPr/>
          <p:nvPr/>
        </p:nvSpPr>
        <p:spPr>
          <a:xfrm rot="1824654">
            <a:off x="1558292" y="7010667"/>
            <a:ext cx="262164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9" name="Graphic 18" descr="A brushstroke">
            <a:extLst>
              <a:ext uri="{FF2B5EF4-FFF2-40B4-BE49-F238E27FC236}">
                <a16:creationId xmlns:a16="http://schemas.microsoft.com/office/drawing/2014/main" id="{15473E54-D2C8-3ABC-C704-D9EBD4509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57987" y="1778076"/>
            <a:ext cx="15888598" cy="1588859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3432DA57-5774-AE87-6E00-E70190817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8882743" y="-8913233"/>
            <a:ext cx="13451009" cy="1345100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AD6D6E9-85E6-E5F1-DF64-C7F3D3E4A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254F462-A08A-21ED-5970-6DCF411D452E}"/>
              </a:ext>
            </a:extLst>
          </p:cNvPr>
          <p:cNvSpPr/>
          <p:nvPr/>
        </p:nvSpPr>
        <p:spPr>
          <a:xfrm rot="1013863">
            <a:off x="9292407" y="-9389144"/>
            <a:ext cx="299527" cy="933937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156C2CEA-EF39-CAAD-D475-C1E9B3AE1A7C}"/>
              </a:ext>
            </a:extLst>
          </p:cNvPr>
          <p:cNvSpPr txBox="1">
            <a:spLocks/>
          </p:cNvSpPr>
          <p:nvPr/>
        </p:nvSpPr>
        <p:spPr>
          <a:xfrm>
            <a:off x="-34649346" y="-17089663"/>
            <a:ext cx="74654229" cy="469651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636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CE014D-8DD4-2671-6CB8-FD772E71D443}"/>
              </a:ext>
            </a:extLst>
          </p:cNvPr>
          <p:cNvSpPr txBox="1">
            <a:spLocks/>
          </p:cNvSpPr>
          <p:nvPr/>
        </p:nvSpPr>
        <p:spPr>
          <a:xfrm>
            <a:off x="568375" y="23772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11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511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9593CC38-4E45-BD11-D10A-DC473CE0B58B}"/>
              </a:ext>
            </a:extLst>
          </p:cNvPr>
          <p:cNvSpPr txBox="1">
            <a:spLocks/>
          </p:cNvSpPr>
          <p:nvPr/>
        </p:nvSpPr>
        <p:spPr>
          <a:xfrm>
            <a:off x="-36510686" y="-5207620"/>
            <a:ext cx="44616728" cy="99724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3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</a:t>
            </a:r>
            <a:endParaRPr lang="bg-BG" sz="223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54F0BCB-488B-B30B-2644-5298F94CD01E}"/>
              </a:ext>
            </a:extLst>
          </p:cNvPr>
          <p:cNvSpPr/>
          <p:nvPr/>
        </p:nvSpPr>
        <p:spPr>
          <a:xfrm rot="5982061">
            <a:off x="15156040" y="2916385"/>
            <a:ext cx="4753862" cy="3553106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Some team members took on more responsibility than expected, others were less involved</a:t>
            </a:r>
            <a:endParaRPr lang="en-US" sz="360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47A837-4FE0-76AD-C309-D5FF22489C36}"/>
              </a:ext>
            </a:extLst>
          </p:cNvPr>
          <p:cNvSpPr/>
          <p:nvPr/>
        </p:nvSpPr>
        <p:spPr>
          <a:xfrm rot="5982061">
            <a:off x="20044964" y="4294217"/>
            <a:ext cx="6513055" cy="2026907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Gained valuable experience by working in unfamiliar areas</a:t>
            </a:r>
            <a:endParaRPr lang="en-US" sz="36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CA9AFF-7916-A166-BDED-CED4F3149D75}"/>
              </a:ext>
            </a:extLst>
          </p:cNvPr>
          <p:cNvSpPr/>
          <p:nvPr/>
        </p:nvSpPr>
        <p:spPr>
          <a:xfrm rot="5982061">
            <a:off x="21804158" y="2768407"/>
            <a:ext cx="4753862" cy="1426614"/>
          </a:xfrm>
          <a:prstGeom prst="roundRect">
            <a:avLst>
              <a:gd name="adj" fmla="val 16812"/>
            </a:avLst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Outstanding mentor(s..!) </a:t>
            </a:r>
            <a:r>
              <a:rPr lang="en-US" sz="3600" dirty="0">
                <a:sym typeface="Wingdings" panose="05000000000000000000" pitchFamily="2" charset="2"/>
              </a:rPr>
              <a:t></a:t>
            </a:r>
            <a:endParaRPr lang="en-US" sz="3600" b="1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DE067C8-82A5-884E-240B-D4F6952BD1D7}"/>
              </a:ext>
            </a:extLst>
          </p:cNvPr>
          <p:cNvSpPr txBox="1">
            <a:spLocks/>
          </p:cNvSpPr>
          <p:nvPr/>
        </p:nvSpPr>
        <p:spPr>
          <a:xfrm rot="5929943">
            <a:off x="11630187" y="78306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EXPERIENCE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DE1A81D-CABF-68AD-601B-888416123EF9}"/>
              </a:ext>
            </a:extLst>
          </p:cNvPr>
          <p:cNvSpPr txBox="1">
            <a:spLocks/>
          </p:cNvSpPr>
          <p:nvPr/>
        </p:nvSpPr>
        <p:spPr>
          <a:xfrm rot="5929943">
            <a:off x="11719951" y="73313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EXPERIENCE</a:t>
            </a:r>
            <a:endParaRPr lang="bg-BG" sz="145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304101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C755B-75F4-DD70-AB46-A9CAEB89A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FB0D3D-4249-D395-37F6-BBDE3CD0B781}"/>
              </a:ext>
            </a:extLst>
          </p:cNvPr>
          <p:cNvSpPr/>
          <p:nvPr/>
        </p:nvSpPr>
        <p:spPr>
          <a:xfrm rot="1458389">
            <a:off x="7850840" y="-863418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6568EE-A316-2056-7C94-B0CB1EBD0DD3}"/>
              </a:ext>
            </a:extLst>
          </p:cNvPr>
          <p:cNvSpPr/>
          <p:nvPr/>
        </p:nvSpPr>
        <p:spPr>
          <a:xfrm rot="1458389">
            <a:off x="8899005" y="-1021728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E737E6-D4B6-3E88-1452-EBDDF6D46E55}"/>
              </a:ext>
            </a:extLst>
          </p:cNvPr>
          <p:cNvSpPr/>
          <p:nvPr/>
        </p:nvSpPr>
        <p:spPr>
          <a:xfrm rot="1458389">
            <a:off x="9578424" y="-447051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21B53D-2089-D2D7-0972-D597A85D7EFC}"/>
              </a:ext>
            </a:extLst>
          </p:cNvPr>
          <p:cNvSpPr/>
          <p:nvPr/>
        </p:nvSpPr>
        <p:spPr>
          <a:xfrm rot="1458389">
            <a:off x="10734124" y="-1021728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885C9A-0A16-6A4E-2F0B-32DDF7EDDFBD}"/>
              </a:ext>
            </a:extLst>
          </p:cNvPr>
          <p:cNvSpPr/>
          <p:nvPr/>
        </p:nvSpPr>
        <p:spPr>
          <a:xfrm rot="1458389">
            <a:off x="11921540" y="-1596405"/>
            <a:ext cx="671332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0019CD-2D05-D8FF-7B92-C95621A015A7}"/>
              </a:ext>
            </a:extLst>
          </p:cNvPr>
          <p:cNvSpPr/>
          <p:nvPr/>
        </p:nvSpPr>
        <p:spPr>
          <a:xfrm rot="1458389">
            <a:off x="615062" y="5506999"/>
            <a:ext cx="671332" cy="345851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E32E22-DA46-D03A-A606-8B4B73B26B6F}"/>
              </a:ext>
            </a:extLst>
          </p:cNvPr>
          <p:cNvSpPr/>
          <p:nvPr/>
        </p:nvSpPr>
        <p:spPr>
          <a:xfrm rot="1458389">
            <a:off x="1913940" y="4629775"/>
            <a:ext cx="671332" cy="3458519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9" name="Graphic 18" descr="A brushstroke">
            <a:extLst>
              <a:ext uri="{FF2B5EF4-FFF2-40B4-BE49-F238E27FC236}">
                <a16:creationId xmlns:a16="http://schemas.microsoft.com/office/drawing/2014/main" id="{F3AE81D6-7449-AC36-8AB6-707AC0326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6072" y="1002799"/>
            <a:ext cx="8005056" cy="800505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1" name="Graphic 20" descr="A grid with small circles">
            <a:extLst>
              <a:ext uri="{FF2B5EF4-FFF2-40B4-BE49-F238E27FC236}">
                <a16:creationId xmlns:a16="http://schemas.microsoft.com/office/drawing/2014/main" id="{63CC5AFF-98F2-B117-CE27-B427D89520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704538" y="-465096"/>
            <a:ext cx="6858000" cy="6858000"/>
          </a:xfrm>
          <a:prstGeom prst="rect">
            <a:avLst/>
          </a:prstGeom>
        </p:spPr>
      </p:pic>
      <p:pic>
        <p:nvPicPr>
          <p:cNvPr id="23" name="Graphic 22" descr="An organic corner shape">
            <a:extLst>
              <a:ext uri="{FF2B5EF4-FFF2-40B4-BE49-F238E27FC236}">
                <a16:creationId xmlns:a16="http://schemas.microsoft.com/office/drawing/2014/main" id="{C740CCCD-2EAB-214D-D35D-0475DCB218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734" y="-34224"/>
            <a:ext cx="4572000" cy="4572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5" name="Graphic 24" descr="Assorted circles and squares">
            <a:extLst>
              <a:ext uri="{FF2B5EF4-FFF2-40B4-BE49-F238E27FC236}">
                <a16:creationId xmlns:a16="http://schemas.microsoft.com/office/drawing/2014/main" id="{D223D294-4FCB-7728-6AF2-1A76D1DCA28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4750800" y="6052747"/>
            <a:ext cx="4572000" cy="4572000"/>
          </a:xfrm>
          <a:prstGeom prst="rect">
            <a:avLst/>
          </a:prstGeom>
        </p:spPr>
      </p:pic>
      <p:pic>
        <p:nvPicPr>
          <p:cNvPr id="27" name="Graphic 26" descr="An organic shape">
            <a:extLst>
              <a:ext uri="{FF2B5EF4-FFF2-40B4-BE49-F238E27FC236}">
                <a16:creationId xmlns:a16="http://schemas.microsoft.com/office/drawing/2014/main" id="{B4BB6BC4-E5DF-127F-57BF-B519CF1B7A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5395484" y="-1541668"/>
            <a:ext cx="4572000" cy="4572000"/>
          </a:xfrm>
          <a:prstGeom prst="rect">
            <a:avLst/>
          </a:prstGeom>
        </p:spPr>
      </p:pic>
      <p:pic>
        <p:nvPicPr>
          <p:cNvPr id="29" name="Graphic 28" descr="Two overlapping organic shapes">
            <a:extLst>
              <a:ext uri="{FF2B5EF4-FFF2-40B4-BE49-F238E27FC236}">
                <a16:creationId xmlns:a16="http://schemas.microsoft.com/office/drawing/2014/main" id="{F5F69D6E-E7BA-7425-A417-83CADAAAB0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35188" y="6826585"/>
            <a:ext cx="4572000" cy="4572000"/>
          </a:xfrm>
          <a:prstGeom prst="rect">
            <a:avLst/>
          </a:prstGeom>
        </p:spPr>
      </p:pic>
      <p:pic>
        <p:nvPicPr>
          <p:cNvPr id="31" name="Graphic 30" descr="Organic shapes reminiscent of river rocks">
            <a:extLst>
              <a:ext uri="{FF2B5EF4-FFF2-40B4-BE49-F238E27FC236}">
                <a16:creationId xmlns:a16="http://schemas.microsoft.com/office/drawing/2014/main" id="{4FB6AE45-0728-AF7B-85CE-ED4E38C562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7280238" y="1778076"/>
            <a:ext cx="6858000" cy="6858000"/>
          </a:xfrm>
          <a:prstGeom prst="rect">
            <a:avLst/>
          </a:prstGeom>
        </p:spPr>
      </p:pic>
      <p:pic>
        <p:nvPicPr>
          <p:cNvPr id="33" name="Graphic 32" descr="A collection of circles in various sizes and patterns">
            <a:extLst>
              <a:ext uri="{FF2B5EF4-FFF2-40B4-BE49-F238E27FC236}">
                <a16:creationId xmlns:a16="http://schemas.microsoft.com/office/drawing/2014/main" id="{06755733-71BC-1789-C360-8D7B96174FC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97373" y="5648990"/>
            <a:ext cx="4572000" cy="4572000"/>
          </a:xfrm>
          <a:prstGeom prst="rect">
            <a:avLst/>
          </a:prstGeom>
        </p:spPr>
      </p:pic>
      <p:pic>
        <p:nvPicPr>
          <p:cNvPr id="35" name="Graphic 34" descr="A splash">
            <a:extLst>
              <a:ext uri="{FF2B5EF4-FFF2-40B4-BE49-F238E27FC236}">
                <a16:creationId xmlns:a16="http://schemas.microsoft.com/office/drawing/2014/main" id="{5428543A-502B-649C-9B18-8294D49DEC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087495" y="2513746"/>
            <a:ext cx="4572000" cy="4572000"/>
          </a:xfrm>
          <a:prstGeom prst="rect">
            <a:avLst/>
          </a:prstGeom>
        </p:spPr>
      </p:pic>
      <p:pic>
        <p:nvPicPr>
          <p:cNvPr id="37" name="Graphic 36" descr="A wreath with olives and leaves">
            <a:extLst>
              <a:ext uri="{FF2B5EF4-FFF2-40B4-BE49-F238E27FC236}">
                <a16:creationId xmlns:a16="http://schemas.microsoft.com/office/drawing/2014/main" id="{0C2D726A-16B8-504F-7C1F-3F76CD6A86C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558733" y="229889"/>
            <a:ext cx="6858000" cy="6858000"/>
          </a:xfrm>
          <a:prstGeom prst="rect">
            <a:avLst/>
          </a:prstGeom>
        </p:spPr>
      </p:pic>
      <p:pic>
        <p:nvPicPr>
          <p:cNvPr id="39" name="Graphic 38" descr="An organic shape">
            <a:extLst>
              <a:ext uri="{FF2B5EF4-FFF2-40B4-BE49-F238E27FC236}">
                <a16:creationId xmlns:a16="http://schemas.microsoft.com/office/drawing/2014/main" id="{4285B70E-DE81-5880-21ED-FE7ECE8CE4F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254528" y="-1541668"/>
            <a:ext cx="4572000" cy="4572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C698C3D-D728-8526-DE47-69E253D9C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41914" y="6392904"/>
            <a:ext cx="2843385" cy="1655762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LA ESPADA</a:t>
            </a:r>
            <a:endParaRPr lang="bg-BG" sz="3200" dirty="0">
              <a:latin typeface="Alasassy Caps" panose="020F0502020204030204" pitchFamily="2" charset="0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3ED34E3-2B25-7C80-17E3-E47A434B049A}"/>
              </a:ext>
            </a:extLst>
          </p:cNvPr>
          <p:cNvSpPr/>
          <p:nvPr/>
        </p:nvSpPr>
        <p:spPr>
          <a:xfrm rot="1458389">
            <a:off x="7312843" y="-1509088"/>
            <a:ext cx="671332" cy="2687262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80EA1C53-52D5-5D6D-B845-0581E5E1F784}"/>
              </a:ext>
            </a:extLst>
          </p:cNvPr>
          <p:cNvSpPr txBox="1">
            <a:spLocks/>
          </p:cNvSpPr>
          <p:nvPr/>
        </p:nvSpPr>
        <p:spPr>
          <a:xfrm>
            <a:off x="568375" y="23772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5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45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8921C8A9-B546-4BBE-6AD5-281112DC4A8D}"/>
              </a:ext>
            </a:extLst>
          </p:cNvPr>
          <p:cNvSpPr txBox="1">
            <a:spLocks/>
          </p:cNvSpPr>
          <p:nvPr/>
        </p:nvSpPr>
        <p:spPr>
          <a:xfrm>
            <a:off x="-1037958" y="23772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</a:t>
            </a:r>
            <a:endParaRPr lang="bg-BG" sz="14900" dirty="0">
              <a:ea typeface="+mn-ea"/>
              <a:cs typeface="Aharoni" panose="02010803020104030203" pitchFamily="2" charset="-79"/>
            </a:endParaRPr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D1BD72F1-AF10-80DE-C11F-4731FF496002}"/>
              </a:ext>
            </a:extLst>
          </p:cNvPr>
          <p:cNvSpPr txBox="1">
            <a:spLocks/>
          </p:cNvSpPr>
          <p:nvPr/>
        </p:nvSpPr>
        <p:spPr>
          <a:xfrm>
            <a:off x="323109" y="237722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>
                <a:solidFill>
                  <a:schemeClr val="accent3">
                    <a:lumMod val="60000"/>
                    <a:lumOff val="40000"/>
                  </a:schemeClr>
                </a:solidFill>
                <a:latin typeface="Mystical Woods Rough Script" panose="02000500000000000000" pitchFamily="2" charset="0"/>
                <a:ea typeface="+mn-ea"/>
                <a:cs typeface="Aharoni" panose="02010803020104030203" pitchFamily="2" charset="-79"/>
              </a:rPr>
              <a:t>WAZZER</a:t>
            </a:r>
            <a:endParaRPr lang="bg-BG" sz="14900" dirty="0">
              <a:solidFill>
                <a:schemeClr val="accent3">
                  <a:lumMod val="60000"/>
                  <a:lumOff val="40000"/>
                </a:schemeClr>
              </a:solidFill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92774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3">
      <a:dk1>
        <a:srgbClr val="131B23"/>
      </a:dk1>
      <a:lt1>
        <a:srgbClr val="EDF0DA"/>
      </a:lt1>
      <a:dk2>
        <a:srgbClr val="1C2D35"/>
      </a:dk2>
      <a:lt2>
        <a:srgbClr val="F0F3E1"/>
      </a:lt2>
      <a:accent1>
        <a:srgbClr val="EFB1A1"/>
      </a:accent1>
      <a:accent2>
        <a:srgbClr val="F07167"/>
      </a:accent2>
      <a:accent3>
        <a:srgbClr val="493B2A"/>
      </a:accent3>
      <a:accent4>
        <a:srgbClr val="3A6973"/>
      </a:accent4>
      <a:accent5>
        <a:srgbClr val="58A4B0"/>
      </a:accent5>
      <a:accent6>
        <a:srgbClr val="D5CC8B"/>
      </a:accent6>
      <a:hlink>
        <a:srgbClr val="D0D0D0"/>
      </a:hlink>
      <a:folHlink>
        <a:srgbClr val="F2F2F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437</Words>
  <Application>Microsoft Office PowerPoint</Application>
  <PresentationFormat>Widescreen</PresentationFormat>
  <Paragraphs>105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Aharoni</vt:lpstr>
      <vt:lpstr>Alasassy Caps</vt:lpstr>
      <vt:lpstr>Aptos</vt:lpstr>
      <vt:lpstr>Aptos Display</vt:lpstr>
      <vt:lpstr>Arial</vt:lpstr>
      <vt:lpstr>Mystical Woods Rough Script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 Кацарова</dc:creator>
  <cp:lastModifiedBy>Никол Кацарова</cp:lastModifiedBy>
  <cp:revision>9</cp:revision>
  <dcterms:created xsi:type="dcterms:W3CDTF">2026-03-27T21:05:13Z</dcterms:created>
  <dcterms:modified xsi:type="dcterms:W3CDTF">2026-03-28T00:19:16Z</dcterms:modified>
</cp:coreProperties>
</file>